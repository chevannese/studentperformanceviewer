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Proxima Nova"/>
      <p:regular r:id="rId38"/>
      <p:bold r:id="rId39"/>
      <p:italic r:id="rId40"/>
      <p:boldItalic r:id="rId41"/>
    </p:embeddedFont>
    <p:embeddedFont>
      <p:font typeface="Assistant"/>
      <p:regular r:id="rId42"/>
      <p:bold r:id="rId43"/>
    </p:embeddedFont>
    <p:embeddedFont>
      <p:font typeface="Maven Pro"/>
      <p:regular r:id="rId44"/>
      <p:bold r:id="rId45"/>
    </p:embeddedFont>
    <p:embeddedFont>
      <p:font typeface="Sora ExtraBold"/>
      <p:bold r:id="rId46"/>
    </p:embeddedFont>
    <p:embeddedFont>
      <p:font typeface="Sora"/>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italic.fntdata"/><Relationship Id="rId20" Type="http://schemas.openxmlformats.org/officeDocument/2006/relationships/slide" Target="slides/slide14.xml"/><Relationship Id="rId42" Type="http://schemas.openxmlformats.org/officeDocument/2006/relationships/font" Target="fonts/Assistant-regular.fntdata"/><Relationship Id="rId41" Type="http://schemas.openxmlformats.org/officeDocument/2006/relationships/font" Target="fonts/ProximaNova-boldItalic.fntdata"/><Relationship Id="rId22" Type="http://schemas.openxmlformats.org/officeDocument/2006/relationships/slide" Target="slides/slide16.xml"/><Relationship Id="rId44" Type="http://schemas.openxmlformats.org/officeDocument/2006/relationships/font" Target="fonts/MavenPro-regular.fntdata"/><Relationship Id="rId21" Type="http://schemas.openxmlformats.org/officeDocument/2006/relationships/slide" Target="slides/slide15.xml"/><Relationship Id="rId43" Type="http://schemas.openxmlformats.org/officeDocument/2006/relationships/font" Target="fonts/Assistant-bold.fntdata"/><Relationship Id="rId24" Type="http://schemas.openxmlformats.org/officeDocument/2006/relationships/slide" Target="slides/slide18.xml"/><Relationship Id="rId46" Type="http://schemas.openxmlformats.org/officeDocument/2006/relationships/font" Target="fonts/SoraExtraBold-bold.fntdata"/><Relationship Id="rId23" Type="http://schemas.openxmlformats.org/officeDocument/2006/relationships/slide" Target="slides/slide17.xml"/><Relationship Id="rId45" Type="http://schemas.openxmlformats.org/officeDocument/2006/relationships/font" Target="fonts/Mave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Sora-bold.fntdata"/><Relationship Id="rId25" Type="http://schemas.openxmlformats.org/officeDocument/2006/relationships/slide" Target="slides/slide19.xml"/><Relationship Id="rId47" Type="http://schemas.openxmlformats.org/officeDocument/2006/relationships/font" Target="fonts/Sora-regular.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ProximaNova-bold.fntdata"/><Relationship Id="rId16" Type="http://schemas.openxmlformats.org/officeDocument/2006/relationships/slide" Target="slides/slide10.xml"/><Relationship Id="rId38" Type="http://schemas.openxmlformats.org/officeDocument/2006/relationships/font" Target="fonts/ProximaNova-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ad42efbca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3ad42efbca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ad42efbca0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ad42efbca0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ad42efbca0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ad42efbca0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ad42efbca0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3ad42efbca0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ad42efbca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ad42efbca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ad42efbca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ad42efbca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ad42efbca0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ad42efbca0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ad42efbca0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ad42efbca0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ad42efbca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3ad42efbca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ad42efbca0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ad42efbca0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ad42efbca0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ad42efbca0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ad42efbca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3ad42efbca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ad42efbca0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3ad42efbca0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ad42efbca0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3ad42efbca0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ad42efbca0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3ad42efbca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ad42efbca0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3ad42efbca0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ad42efbca0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3ad42efbca0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ad42efbca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3ad42efbca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946fb5e80f_8_10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2946fb5e80f_8_10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ad42efbca0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ad42efbca0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ad42efbca0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3ad42efbca0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ad42efbca0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ad42efbca0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ad42efbca0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3ad42efbca0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ad42efbca0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ad42efbca0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ad42efbca0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3ad42efbca0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ad42efbca0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ad42efbca0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ad42efbca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3ad42efbca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ad42efbca0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ad42efbca0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325" y="1844851"/>
            <a:ext cx="5012400" cy="1303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191919"/>
              </a:buClr>
              <a:buSzPts val="5200"/>
              <a:buNone/>
              <a:defRPr b="0" sz="4100">
                <a:latin typeface="Sora ExtraBold"/>
                <a:ea typeface="Sora ExtraBold"/>
                <a:cs typeface="Sora ExtraBold"/>
                <a:sym typeface="Sora Extra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189300"/>
            <a:ext cx="5012400" cy="419700"/>
          </a:xfrm>
          <a:prstGeom prst="rect">
            <a:avLst/>
          </a:prstGeom>
          <a:solidFill>
            <a:schemeClr val="dk2"/>
          </a:solidFill>
        </p:spPr>
        <p:txBody>
          <a:bodyPr anchorCtr="0" anchor="ctr"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latin typeface="Assistant"/>
                <a:ea typeface="Assistant"/>
                <a:cs typeface="Assistant"/>
                <a:sym typeface="Assistant"/>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rot="10800000">
            <a:off x="564883" y="0"/>
            <a:ext cx="1695739" cy="850424"/>
            <a:chOff x="6169550" y="2667607"/>
            <a:chExt cx="1032413" cy="517731"/>
          </a:xfrm>
        </p:grpSpPr>
        <p:sp>
          <p:nvSpPr>
            <p:cNvPr id="12" name="Google Shape;12;p2"/>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 name="Google Shape;13;p2"/>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2"/>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 name="Google Shape;21;p2"/>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2"/>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2"/>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2"/>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2"/>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2"/>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3" name="Google Shape;33;p2"/>
          <p:cNvSpPr/>
          <p:nvPr/>
        </p:nvSpPr>
        <p:spPr>
          <a:xfrm rot="10800000">
            <a:off x="7159301" y="3565103"/>
            <a:ext cx="2029651" cy="1578401"/>
          </a:xfrm>
          <a:custGeom>
            <a:rect b="b" l="l" r="r" t="t"/>
            <a:pathLst>
              <a:path extrusionOk="0" h="794" w="1021">
                <a:moveTo>
                  <a:pt x="844" y="0"/>
                </a:moveTo>
                <a:lnTo>
                  <a:pt x="228" y="617"/>
                </a:lnTo>
                <a:lnTo>
                  <a:pt x="0" y="389"/>
                </a:lnTo>
                <a:lnTo>
                  <a:pt x="0" y="566"/>
                </a:lnTo>
                <a:lnTo>
                  <a:pt x="228" y="794"/>
                </a:lnTo>
                <a:lnTo>
                  <a:pt x="1021" y="0"/>
                </a:lnTo>
                <a:lnTo>
                  <a:pt x="8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
          <p:cNvSpPr txBox="1"/>
          <p:nvPr>
            <p:ph type="title"/>
          </p:nvPr>
        </p:nvSpPr>
        <p:spPr>
          <a:xfrm>
            <a:off x="2380200" y="2390425"/>
            <a:ext cx="4383600" cy="841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100"/>
            </a:lvl1pPr>
            <a:lvl2pPr lvl="1" algn="ctr">
              <a:spcBef>
                <a:spcPts val="0"/>
              </a:spcBef>
              <a:spcAft>
                <a:spcPts val="0"/>
              </a:spcAft>
              <a:buSzPts val="3600"/>
              <a:buFont typeface="Sora ExtraBold"/>
              <a:buNone/>
              <a:defRPr b="0" sz="3600">
                <a:latin typeface="Sora ExtraBold"/>
                <a:ea typeface="Sora ExtraBold"/>
                <a:cs typeface="Sora ExtraBold"/>
                <a:sym typeface="Sora ExtraBold"/>
              </a:defRPr>
            </a:lvl2pPr>
            <a:lvl3pPr lvl="2" algn="ctr">
              <a:spcBef>
                <a:spcPts val="0"/>
              </a:spcBef>
              <a:spcAft>
                <a:spcPts val="0"/>
              </a:spcAft>
              <a:buSzPts val="3600"/>
              <a:buFont typeface="Sora ExtraBold"/>
              <a:buNone/>
              <a:defRPr b="0" sz="3600">
                <a:latin typeface="Sora ExtraBold"/>
                <a:ea typeface="Sora ExtraBold"/>
                <a:cs typeface="Sora ExtraBold"/>
                <a:sym typeface="Sora ExtraBold"/>
              </a:defRPr>
            </a:lvl3pPr>
            <a:lvl4pPr lvl="3" algn="ctr">
              <a:spcBef>
                <a:spcPts val="0"/>
              </a:spcBef>
              <a:spcAft>
                <a:spcPts val="0"/>
              </a:spcAft>
              <a:buSzPts val="3600"/>
              <a:buFont typeface="Sora ExtraBold"/>
              <a:buNone/>
              <a:defRPr b="0" sz="3600">
                <a:latin typeface="Sora ExtraBold"/>
                <a:ea typeface="Sora ExtraBold"/>
                <a:cs typeface="Sora ExtraBold"/>
                <a:sym typeface="Sora ExtraBold"/>
              </a:defRPr>
            </a:lvl4pPr>
            <a:lvl5pPr lvl="4" algn="ctr">
              <a:spcBef>
                <a:spcPts val="0"/>
              </a:spcBef>
              <a:spcAft>
                <a:spcPts val="0"/>
              </a:spcAft>
              <a:buSzPts val="3600"/>
              <a:buFont typeface="Sora ExtraBold"/>
              <a:buNone/>
              <a:defRPr b="0" sz="3600">
                <a:latin typeface="Sora ExtraBold"/>
                <a:ea typeface="Sora ExtraBold"/>
                <a:cs typeface="Sora ExtraBold"/>
                <a:sym typeface="Sora ExtraBold"/>
              </a:defRPr>
            </a:lvl5pPr>
            <a:lvl6pPr lvl="5" algn="ctr">
              <a:spcBef>
                <a:spcPts val="0"/>
              </a:spcBef>
              <a:spcAft>
                <a:spcPts val="0"/>
              </a:spcAft>
              <a:buSzPts val="3600"/>
              <a:buFont typeface="Sora ExtraBold"/>
              <a:buNone/>
              <a:defRPr b="0" sz="3600">
                <a:latin typeface="Sora ExtraBold"/>
                <a:ea typeface="Sora ExtraBold"/>
                <a:cs typeface="Sora ExtraBold"/>
                <a:sym typeface="Sora ExtraBold"/>
              </a:defRPr>
            </a:lvl6pPr>
            <a:lvl7pPr lvl="6" algn="ctr">
              <a:spcBef>
                <a:spcPts val="0"/>
              </a:spcBef>
              <a:spcAft>
                <a:spcPts val="0"/>
              </a:spcAft>
              <a:buSzPts val="3600"/>
              <a:buFont typeface="Sora ExtraBold"/>
              <a:buNone/>
              <a:defRPr b="0" sz="3600">
                <a:latin typeface="Sora ExtraBold"/>
                <a:ea typeface="Sora ExtraBold"/>
                <a:cs typeface="Sora ExtraBold"/>
                <a:sym typeface="Sora ExtraBold"/>
              </a:defRPr>
            </a:lvl7pPr>
            <a:lvl8pPr lvl="7" algn="ctr">
              <a:spcBef>
                <a:spcPts val="0"/>
              </a:spcBef>
              <a:spcAft>
                <a:spcPts val="0"/>
              </a:spcAft>
              <a:buSzPts val="3600"/>
              <a:buFont typeface="Sora ExtraBold"/>
              <a:buNone/>
              <a:defRPr b="0" sz="3600">
                <a:latin typeface="Sora ExtraBold"/>
                <a:ea typeface="Sora ExtraBold"/>
                <a:cs typeface="Sora ExtraBold"/>
                <a:sym typeface="Sora ExtraBold"/>
              </a:defRPr>
            </a:lvl8pPr>
            <a:lvl9pPr lvl="8" algn="ctr">
              <a:spcBef>
                <a:spcPts val="0"/>
              </a:spcBef>
              <a:spcAft>
                <a:spcPts val="0"/>
              </a:spcAft>
              <a:buSzPts val="3600"/>
              <a:buFont typeface="Sora ExtraBold"/>
              <a:buNone/>
              <a:defRPr b="0" sz="3600">
                <a:latin typeface="Sora ExtraBold"/>
                <a:ea typeface="Sora ExtraBold"/>
                <a:cs typeface="Sora ExtraBold"/>
                <a:sym typeface="Sora ExtraBold"/>
              </a:defRPr>
            </a:lvl9pPr>
          </a:lstStyle>
          <a:p/>
        </p:txBody>
      </p:sp>
      <p:sp>
        <p:nvSpPr>
          <p:cNvPr id="36" name="Google Shape;36;p3"/>
          <p:cNvSpPr txBox="1"/>
          <p:nvPr>
            <p:ph hasCustomPrompt="1" idx="2" type="title"/>
          </p:nvPr>
        </p:nvSpPr>
        <p:spPr>
          <a:xfrm>
            <a:off x="3962975" y="1312475"/>
            <a:ext cx="1218000" cy="10206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6000"/>
              <a:buNone/>
              <a:defRPr sz="4100"/>
            </a:lvl1pPr>
            <a:lvl2pPr lvl="1" rtl="0" algn="ctr">
              <a:spcBef>
                <a:spcPts val="0"/>
              </a:spcBef>
              <a:spcAft>
                <a:spcPts val="0"/>
              </a:spcAft>
              <a:buSzPts val="6000"/>
              <a:buFont typeface="Sora ExtraBold"/>
              <a:buNone/>
              <a:defRPr b="0" sz="6000">
                <a:latin typeface="Sora ExtraBold"/>
                <a:ea typeface="Sora ExtraBold"/>
                <a:cs typeface="Sora ExtraBold"/>
                <a:sym typeface="Sora ExtraBold"/>
              </a:defRPr>
            </a:lvl2pPr>
            <a:lvl3pPr lvl="2" rtl="0" algn="ctr">
              <a:spcBef>
                <a:spcPts val="0"/>
              </a:spcBef>
              <a:spcAft>
                <a:spcPts val="0"/>
              </a:spcAft>
              <a:buSzPts val="6000"/>
              <a:buFont typeface="Sora ExtraBold"/>
              <a:buNone/>
              <a:defRPr b="0" sz="6000">
                <a:latin typeface="Sora ExtraBold"/>
                <a:ea typeface="Sora ExtraBold"/>
                <a:cs typeface="Sora ExtraBold"/>
                <a:sym typeface="Sora ExtraBold"/>
              </a:defRPr>
            </a:lvl3pPr>
            <a:lvl4pPr lvl="3" rtl="0" algn="ctr">
              <a:spcBef>
                <a:spcPts val="0"/>
              </a:spcBef>
              <a:spcAft>
                <a:spcPts val="0"/>
              </a:spcAft>
              <a:buSzPts val="6000"/>
              <a:buFont typeface="Sora ExtraBold"/>
              <a:buNone/>
              <a:defRPr b="0" sz="6000">
                <a:latin typeface="Sora ExtraBold"/>
                <a:ea typeface="Sora ExtraBold"/>
                <a:cs typeface="Sora ExtraBold"/>
                <a:sym typeface="Sora ExtraBold"/>
              </a:defRPr>
            </a:lvl4pPr>
            <a:lvl5pPr lvl="4" rtl="0" algn="ctr">
              <a:spcBef>
                <a:spcPts val="0"/>
              </a:spcBef>
              <a:spcAft>
                <a:spcPts val="0"/>
              </a:spcAft>
              <a:buSzPts val="6000"/>
              <a:buFont typeface="Sora ExtraBold"/>
              <a:buNone/>
              <a:defRPr b="0" sz="6000">
                <a:latin typeface="Sora ExtraBold"/>
                <a:ea typeface="Sora ExtraBold"/>
                <a:cs typeface="Sora ExtraBold"/>
                <a:sym typeface="Sora ExtraBold"/>
              </a:defRPr>
            </a:lvl5pPr>
            <a:lvl6pPr lvl="5" rtl="0" algn="ctr">
              <a:spcBef>
                <a:spcPts val="0"/>
              </a:spcBef>
              <a:spcAft>
                <a:spcPts val="0"/>
              </a:spcAft>
              <a:buSzPts val="6000"/>
              <a:buFont typeface="Sora ExtraBold"/>
              <a:buNone/>
              <a:defRPr b="0" sz="6000">
                <a:latin typeface="Sora ExtraBold"/>
                <a:ea typeface="Sora ExtraBold"/>
                <a:cs typeface="Sora ExtraBold"/>
                <a:sym typeface="Sora ExtraBold"/>
              </a:defRPr>
            </a:lvl6pPr>
            <a:lvl7pPr lvl="6" rtl="0" algn="ctr">
              <a:spcBef>
                <a:spcPts val="0"/>
              </a:spcBef>
              <a:spcAft>
                <a:spcPts val="0"/>
              </a:spcAft>
              <a:buSzPts val="6000"/>
              <a:buFont typeface="Sora ExtraBold"/>
              <a:buNone/>
              <a:defRPr b="0" sz="6000">
                <a:latin typeface="Sora ExtraBold"/>
                <a:ea typeface="Sora ExtraBold"/>
                <a:cs typeface="Sora ExtraBold"/>
                <a:sym typeface="Sora ExtraBold"/>
              </a:defRPr>
            </a:lvl7pPr>
            <a:lvl8pPr lvl="7" rtl="0" algn="ctr">
              <a:spcBef>
                <a:spcPts val="0"/>
              </a:spcBef>
              <a:spcAft>
                <a:spcPts val="0"/>
              </a:spcAft>
              <a:buSzPts val="6000"/>
              <a:buFont typeface="Sora ExtraBold"/>
              <a:buNone/>
              <a:defRPr b="0" sz="6000">
                <a:latin typeface="Sora ExtraBold"/>
                <a:ea typeface="Sora ExtraBold"/>
                <a:cs typeface="Sora ExtraBold"/>
                <a:sym typeface="Sora ExtraBold"/>
              </a:defRPr>
            </a:lvl8pPr>
            <a:lvl9pPr lvl="8" rtl="0" algn="ctr">
              <a:spcBef>
                <a:spcPts val="0"/>
              </a:spcBef>
              <a:spcAft>
                <a:spcPts val="0"/>
              </a:spcAft>
              <a:buSzPts val="6000"/>
              <a:buFont typeface="Sora ExtraBold"/>
              <a:buNone/>
              <a:defRPr b="0" sz="6000">
                <a:latin typeface="Sora ExtraBold"/>
                <a:ea typeface="Sora ExtraBold"/>
                <a:cs typeface="Sora ExtraBold"/>
                <a:sym typeface="Sora ExtraBold"/>
              </a:defRPr>
            </a:lvl9pPr>
          </a:lstStyle>
          <a:p>
            <a:r>
              <a:t>xx%</a:t>
            </a:r>
          </a:p>
        </p:txBody>
      </p:sp>
      <p:grpSp>
        <p:nvGrpSpPr>
          <p:cNvPr id="37" name="Google Shape;37;p3"/>
          <p:cNvGrpSpPr/>
          <p:nvPr/>
        </p:nvGrpSpPr>
        <p:grpSpPr>
          <a:xfrm rot="-5400000">
            <a:off x="7924233" y="582625"/>
            <a:ext cx="1695739" cy="850424"/>
            <a:chOff x="6169550" y="2667607"/>
            <a:chExt cx="1032413" cy="517731"/>
          </a:xfrm>
        </p:grpSpPr>
        <p:sp>
          <p:nvSpPr>
            <p:cNvPr id="38" name="Google Shape;38;p3"/>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3"/>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3"/>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3"/>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3"/>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3"/>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3"/>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3"/>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 name="Google Shape;46;p3"/>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 name="Google Shape;47;p3"/>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 name="Google Shape;48;p3"/>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 name="Google Shape;49;p3"/>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 name="Google Shape;50;p3"/>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 name="Google Shape;51;p3"/>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 name="Google Shape;52;p3"/>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 name="Google Shape;53;p3"/>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3"/>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3"/>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3"/>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3"/>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3"/>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1" name="Google Shape;61;p4"/>
          <p:cNvSpPr txBox="1"/>
          <p:nvPr>
            <p:ph idx="1" type="body"/>
          </p:nvPr>
        </p:nvSpPr>
        <p:spPr>
          <a:xfrm>
            <a:off x="720000" y="1080151"/>
            <a:ext cx="7704000" cy="3231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atin typeface="Assistant"/>
                <a:ea typeface="Assistant"/>
                <a:cs typeface="Assistant"/>
                <a:sym typeface="Assistant"/>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62" name="Google Shape;62;p4"/>
          <p:cNvSpPr/>
          <p:nvPr/>
        </p:nvSpPr>
        <p:spPr>
          <a:xfrm rot="5400000">
            <a:off x="8216285" y="221889"/>
            <a:ext cx="584473" cy="635226"/>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3" name="Google Shape;63;p4"/>
          <p:cNvGrpSpPr/>
          <p:nvPr/>
        </p:nvGrpSpPr>
        <p:grpSpPr>
          <a:xfrm rot="5400000">
            <a:off x="14170" y="4364079"/>
            <a:ext cx="745046" cy="87267"/>
            <a:chOff x="2564491" y="2319754"/>
            <a:chExt cx="1108865" cy="129900"/>
          </a:xfrm>
        </p:grpSpPr>
        <p:sp>
          <p:nvSpPr>
            <p:cNvPr id="64" name="Google Shape;64;p4"/>
            <p:cNvSpPr/>
            <p:nvPr/>
          </p:nvSpPr>
          <p:spPr>
            <a:xfrm>
              <a:off x="2564491" y="2319754"/>
              <a:ext cx="129900" cy="1299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4"/>
            <p:cNvSpPr/>
            <p:nvPr/>
          </p:nvSpPr>
          <p:spPr>
            <a:xfrm>
              <a:off x="2890412" y="2319754"/>
              <a:ext cx="131100" cy="1299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4"/>
            <p:cNvSpPr/>
            <p:nvPr/>
          </p:nvSpPr>
          <p:spPr>
            <a:xfrm>
              <a:off x="3216331" y="2319754"/>
              <a:ext cx="131100" cy="1299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4"/>
            <p:cNvSpPr/>
            <p:nvPr/>
          </p:nvSpPr>
          <p:spPr>
            <a:xfrm>
              <a:off x="3538356" y="2319754"/>
              <a:ext cx="135000" cy="1299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8" name="Google Shape;68;p4"/>
          <p:cNvGrpSpPr/>
          <p:nvPr/>
        </p:nvGrpSpPr>
        <p:grpSpPr>
          <a:xfrm rot="-5400000">
            <a:off x="6765256" y="4607710"/>
            <a:ext cx="1621523" cy="1614122"/>
            <a:chOff x="1769818" y="3626030"/>
            <a:chExt cx="844016" cy="840120"/>
          </a:xfrm>
        </p:grpSpPr>
        <p:sp>
          <p:nvSpPr>
            <p:cNvPr id="69" name="Google Shape;69;p4"/>
            <p:cNvSpPr/>
            <p:nvPr/>
          </p:nvSpPr>
          <p:spPr>
            <a:xfrm>
              <a:off x="1998351" y="3626030"/>
              <a:ext cx="386949" cy="44148"/>
            </a:xfrm>
            <a:custGeom>
              <a:rect b="b" l="l" r="r" t="t"/>
              <a:pathLst>
                <a:path extrusionOk="0" h="11" w="95">
                  <a:moveTo>
                    <a:pt x="93" y="11"/>
                  </a:moveTo>
                  <a:cubicBezTo>
                    <a:pt x="95" y="11"/>
                    <a:pt x="95" y="11"/>
                    <a:pt x="95" y="11"/>
                  </a:cubicBezTo>
                  <a:cubicBezTo>
                    <a:pt x="81" y="4"/>
                    <a:pt x="65" y="0"/>
                    <a:pt x="48" y="0"/>
                  </a:cubicBezTo>
                  <a:cubicBezTo>
                    <a:pt x="48" y="0"/>
                    <a:pt x="48" y="0"/>
                    <a:pt x="47" y="0"/>
                  </a:cubicBezTo>
                  <a:cubicBezTo>
                    <a:pt x="47" y="0"/>
                    <a:pt x="47" y="0"/>
                    <a:pt x="47" y="0"/>
                  </a:cubicBezTo>
                  <a:cubicBezTo>
                    <a:pt x="30" y="0"/>
                    <a:pt x="14" y="4"/>
                    <a:pt x="0" y="11"/>
                  </a:cubicBezTo>
                  <a:cubicBezTo>
                    <a:pt x="2" y="11"/>
                    <a:pt x="2" y="11"/>
                    <a:pt x="2" y="11"/>
                  </a:cubicBezTo>
                  <a:lnTo>
                    <a:pt x="93"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4"/>
            <p:cNvSpPr/>
            <p:nvPr/>
          </p:nvSpPr>
          <p:spPr>
            <a:xfrm>
              <a:off x="1859414" y="3740297"/>
              <a:ext cx="664826" cy="44148"/>
            </a:xfrm>
            <a:custGeom>
              <a:rect b="b" l="l" r="r" t="t"/>
              <a:pathLst>
                <a:path extrusionOk="0" h="34" w="512">
                  <a:moveTo>
                    <a:pt x="436" y="34"/>
                  </a:moveTo>
                  <a:lnTo>
                    <a:pt x="512" y="34"/>
                  </a:lnTo>
                  <a:lnTo>
                    <a:pt x="480" y="0"/>
                  </a:lnTo>
                  <a:lnTo>
                    <a:pt x="436" y="0"/>
                  </a:lnTo>
                  <a:lnTo>
                    <a:pt x="75" y="0"/>
                  </a:lnTo>
                  <a:lnTo>
                    <a:pt x="31" y="0"/>
                  </a:lnTo>
                  <a:lnTo>
                    <a:pt x="0" y="34"/>
                  </a:lnTo>
                  <a:lnTo>
                    <a:pt x="75" y="34"/>
                  </a:lnTo>
                  <a:lnTo>
                    <a:pt x="436" y="3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4"/>
            <p:cNvSpPr/>
            <p:nvPr/>
          </p:nvSpPr>
          <p:spPr>
            <a:xfrm>
              <a:off x="1794489" y="3850668"/>
              <a:ext cx="794674" cy="48044"/>
            </a:xfrm>
            <a:custGeom>
              <a:rect b="b" l="l" r="r" t="t"/>
              <a:pathLst>
                <a:path extrusionOk="0" h="37" w="612">
                  <a:moveTo>
                    <a:pt x="486" y="37"/>
                  </a:moveTo>
                  <a:lnTo>
                    <a:pt x="612" y="37"/>
                  </a:lnTo>
                  <a:lnTo>
                    <a:pt x="596" y="0"/>
                  </a:lnTo>
                  <a:lnTo>
                    <a:pt x="486" y="0"/>
                  </a:lnTo>
                  <a:lnTo>
                    <a:pt x="125" y="0"/>
                  </a:lnTo>
                  <a:lnTo>
                    <a:pt x="16" y="0"/>
                  </a:lnTo>
                  <a:lnTo>
                    <a:pt x="0" y="37"/>
                  </a:lnTo>
                  <a:lnTo>
                    <a:pt x="125" y="37"/>
                  </a:lnTo>
                  <a:lnTo>
                    <a:pt x="486" y="3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4"/>
            <p:cNvSpPr/>
            <p:nvPr/>
          </p:nvSpPr>
          <p:spPr>
            <a:xfrm>
              <a:off x="1998351" y="4422001"/>
              <a:ext cx="386949" cy="44148"/>
            </a:xfrm>
            <a:custGeom>
              <a:rect b="b" l="l" r="r" t="t"/>
              <a:pathLst>
                <a:path extrusionOk="0" h="11" w="95">
                  <a:moveTo>
                    <a:pt x="2" y="0"/>
                  </a:moveTo>
                  <a:cubicBezTo>
                    <a:pt x="0" y="0"/>
                    <a:pt x="0" y="0"/>
                    <a:pt x="0" y="0"/>
                  </a:cubicBezTo>
                  <a:cubicBezTo>
                    <a:pt x="14" y="7"/>
                    <a:pt x="30" y="11"/>
                    <a:pt x="47" y="11"/>
                  </a:cubicBezTo>
                  <a:cubicBezTo>
                    <a:pt x="47" y="11"/>
                    <a:pt x="47" y="11"/>
                    <a:pt x="47" y="11"/>
                  </a:cubicBezTo>
                  <a:cubicBezTo>
                    <a:pt x="48" y="11"/>
                    <a:pt x="48" y="11"/>
                    <a:pt x="48" y="11"/>
                  </a:cubicBezTo>
                  <a:cubicBezTo>
                    <a:pt x="65" y="11"/>
                    <a:pt x="81" y="7"/>
                    <a:pt x="95" y="0"/>
                  </a:cubicBezTo>
                  <a:cubicBezTo>
                    <a:pt x="93" y="0"/>
                    <a:pt x="93" y="0"/>
                    <a:pt x="93" y="0"/>
                  </a:cubicBezTo>
                  <a:lnTo>
                    <a:pt x="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4"/>
            <p:cNvSpPr/>
            <p:nvPr/>
          </p:nvSpPr>
          <p:spPr>
            <a:xfrm>
              <a:off x="1794489" y="4193468"/>
              <a:ext cx="794674" cy="44148"/>
            </a:xfrm>
            <a:custGeom>
              <a:rect b="b" l="l" r="r" t="t"/>
              <a:pathLst>
                <a:path extrusionOk="0" h="34" w="612">
                  <a:moveTo>
                    <a:pt x="486" y="0"/>
                  </a:moveTo>
                  <a:lnTo>
                    <a:pt x="125" y="0"/>
                  </a:lnTo>
                  <a:lnTo>
                    <a:pt x="0" y="0"/>
                  </a:lnTo>
                  <a:lnTo>
                    <a:pt x="0" y="0"/>
                  </a:lnTo>
                  <a:lnTo>
                    <a:pt x="0" y="0"/>
                  </a:lnTo>
                  <a:lnTo>
                    <a:pt x="3" y="6"/>
                  </a:lnTo>
                  <a:lnTo>
                    <a:pt x="16" y="34"/>
                  </a:lnTo>
                  <a:lnTo>
                    <a:pt x="125" y="34"/>
                  </a:lnTo>
                  <a:lnTo>
                    <a:pt x="486" y="34"/>
                  </a:lnTo>
                  <a:lnTo>
                    <a:pt x="596" y="34"/>
                  </a:lnTo>
                  <a:lnTo>
                    <a:pt x="606" y="9"/>
                  </a:lnTo>
                  <a:lnTo>
                    <a:pt x="612" y="0"/>
                  </a:lnTo>
                  <a:lnTo>
                    <a:pt x="612" y="0"/>
                  </a:lnTo>
                  <a:lnTo>
                    <a:pt x="612" y="0"/>
                  </a:lnTo>
                  <a:lnTo>
                    <a:pt x="48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4"/>
            <p:cNvSpPr/>
            <p:nvPr/>
          </p:nvSpPr>
          <p:spPr>
            <a:xfrm>
              <a:off x="1769818" y="3964935"/>
              <a:ext cx="844016" cy="44148"/>
            </a:xfrm>
            <a:custGeom>
              <a:rect b="b" l="l" r="r" t="t"/>
              <a:pathLst>
                <a:path extrusionOk="0" h="11" w="207">
                  <a:moveTo>
                    <a:pt x="161" y="11"/>
                  </a:moveTo>
                  <a:cubicBezTo>
                    <a:pt x="207" y="11"/>
                    <a:pt x="207" y="11"/>
                    <a:pt x="207" y="11"/>
                  </a:cubicBezTo>
                  <a:cubicBezTo>
                    <a:pt x="207" y="8"/>
                    <a:pt x="206" y="4"/>
                    <a:pt x="205" y="0"/>
                  </a:cubicBezTo>
                  <a:cubicBezTo>
                    <a:pt x="161" y="0"/>
                    <a:pt x="161" y="0"/>
                    <a:pt x="161" y="0"/>
                  </a:cubicBezTo>
                  <a:cubicBezTo>
                    <a:pt x="46" y="0"/>
                    <a:pt x="46" y="0"/>
                    <a:pt x="46" y="0"/>
                  </a:cubicBezTo>
                  <a:cubicBezTo>
                    <a:pt x="1" y="0"/>
                    <a:pt x="1" y="0"/>
                    <a:pt x="1" y="0"/>
                  </a:cubicBezTo>
                  <a:cubicBezTo>
                    <a:pt x="1" y="4"/>
                    <a:pt x="0" y="8"/>
                    <a:pt x="0" y="11"/>
                  </a:cubicBezTo>
                  <a:cubicBezTo>
                    <a:pt x="46" y="11"/>
                    <a:pt x="46" y="11"/>
                    <a:pt x="46" y="11"/>
                  </a:cubicBezTo>
                  <a:lnTo>
                    <a:pt x="161"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4"/>
            <p:cNvSpPr/>
            <p:nvPr/>
          </p:nvSpPr>
          <p:spPr>
            <a:xfrm>
              <a:off x="1769818" y="4079201"/>
              <a:ext cx="844016" cy="44148"/>
            </a:xfrm>
            <a:custGeom>
              <a:rect b="b" l="l" r="r" t="t"/>
              <a:pathLst>
                <a:path extrusionOk="0" h="11" w="207">
                  <a:moveTo>
                    <a:pt x="46" y="0"/>
                  </a:moveTo>
                  <a:cubicBezTo>
                    <a:pt x="0" y="0"/>
                    <a:pt x="0" y="0"/>
                    <a:pt x="0" y="0"/>
                  </a:cubicBezTo>
                  <a:cubicBezTo>
                    <a:pt x="0" y="4"/>
                    <a:pt x="1" y="8"/>
                    <a:pt x="1" y="11"/>
                  </a:cubicBezTo>
                  <a:cubicBezTo>
                    <a:pt x="46" y="11"/>
                    <a:pt x="46" y="11"/>
                    <a:pt x="46" y="11"/>
                  </a:cubicBezTo>
                  <a:cubicBezTo>
                    <a:pt x="161" y="11"/>
                    <a:pt x="161" y="11"/>
                    <a:pt x="161" y="11"/>
                  </a:cubicBezTo>
                  <a:cubicBezTo>
                    <a:pt x="205" y="11"/>
                    <a:pt x="205" y="11"/>
                    <a:pt x="205" y="11"/>
                  </a:cubicBezTo>
                  <a:cubicBezTo>
                    <a:pt x="206" y="8"/>
                    <a:pt x="207" y="4"/>
                    <a:pt x="207" y="0"/>
                  </a:cubicBezTo>
                  <a:cubicBezTo>
                    <a:pt x="161" y="0"/>
                    <a:pt x="161" y="0"/>
                    <a:pt x="161" y="0"/>
                  </a:cubicBezTo>
                  <a:lnTo>
                    <a:pt x="4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4"/>
            <p:cNvSpPr/>
            <p:nvPr/>
          </p:nvSpPr>
          <p:spPr>
            <a:xfrm>
              <a:off x="1859414" y="4307735"/>
              <a:ext cx="664826" cy="44148"/>
            </a:xfrm>
            <a:custGeom>
              <a:rect b="b" l="l" r="r" t="t"/>
              <a:pathLst>
                <a:path extrusionOk="0" h="34" w="512">
                  <a:moveTo>
                    <a:pt x="436" y="0"/>
                  </a:moveTo>
                  <a:lnTo>
                    <a:pt x="75" y="0"/>
                  </a:lnTo>
                  <a:lnTo>
                    <a:pt x="0" y="0"/>
                  </a:lnTo>
                  <a:lnTo>
                    <a:pt x="0" y="0"/>
                  </a:lnTo>
                  <a:lnTo>
                    <a:pt x="0" y="0"/>
                  </a:lnTo>
                  <a:lnTo>
                    <a:pt x="25" y="28"/>
                  </a:lnTo>
                  <a:lnTo>
                    <a:pt x="31" y="34"/>
                  </a:lnTo>
                  <a:lnTo>
                    <a:pt x="75" y="34"/>
                  </a:lnTo>
                  <a:lnTo>
                    <a:pt x="436" y="34"/>
                  </a:lnTo>
                  <a:lnTo>
                    <a:pt x="480" y="34"/>
                  </a:lnTo>
                  <a:lnTo>
                    <a:pt x="487" y="25"/>
                  </a:lnTo>
                  <a:lnTo>
                    <a:pt x="512" y="0"/>
                  </a:lnTo>
                  <a:lnTo>
                    <a:pt x="512" y="0"/>
                  </a:lnTo>
                  <a:lnTo>
                    <a:pt x="512" y="0"/>
                  </a:lnTo>
                  <a:lnTo>
                    <a:pt x="43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7" name="Shape 77"/>
        <p:cNvGrpSpPr/>
        <p:nvPr/>
      </p:nvGrpSpPr>
      <p:grpSpPr>
        <a:xfrm>
          <a:off x="0" y="0"/>
          <a:ext cx="0" cy="0"/>
          <a:chOff x="0" y="0"/>
          <a:chExt cx="0" cy="0"/>
        </a:xfrm>
      </p:grpSpPr>
      <p:sp>
        <p:nvSpPr>
          <p:cNvPr id="78" name="Google Shape;78;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Sora ExtraBold"/>
              <a:buNone/>
              <a:defRPr b="0">
                <a:latin typeface="Sora ExtraBold"/>
                <a:ea typeface="Sora ExtraBold"/>
                <a:cs typeface="Sora ExtraBold"/>
                <a:sym typeface="Sora ExtraBold"/>
              </a:defRPr>
            </a:lvl2pPr>
            <a:lvl3pPr lvl="2" rtl="0">
              <a:spcBef>
                <a:spcPts val="0"/>
              </a:spcBef>
              <a:spcAft>
                <a:spcPts val="0"/>
              </a:spcAft>
              <a:buSzPts val="3000"/>
              <a:buFont typeface="Sora ExtraBold"/>
              <a:buNone/>
              <a:defRPr b="0">
                <a:latin typeface="Sora ExtraBold"/>
                <a:ea typeface="Sora ExtraBold"/>
                <a:cs typeface="Sora ExtraBold"/>
                <a:sym typeface="Sora ExtraBold"/>
              </a:defRPr>
            </a:lvl3pPr>
            <a:lvl4pPr lvl="3" rtl="0">
              <a:spcBef>
                <a:spcPts val="0"/>
              </a:spcBef>
              <a:spcAft>
                <a:spcPts val="0"/>
              </a:spcAft>
              <a:buSzPts val="3000"/>
              <a:buFont typeface="Sora ExtraBold"/>
              <a:buNone/>
              <a:defRPr b="0">
                <a:latin typeface="Sora ExtraBold"/>
                <a:ea typeface="Sora ExtraBold"/>
                <a:cs typeface="Sora ExtraBold"/>
                <a:sym typeface="Sora ExtraBold"/>
              </a:defRPr>
            </a:lvl4pPr>
            <a:lvl5pPr lvl="4" rtl="0">
              <a:spcBef>
                <a:spcPts val="0"/>
              </a:spcBef>
              <a:spcAft>
                <a:spcPts val="0"/>
              </a:spcAft>
              <a:buSzPts val="3000"/>
              <a:buFont typeface="Sora ExtraBold"/>
              <a:buNone/>
              <a:defRPr b="0">
                <a:latin typeface="Sora ExtraBold"/>
                <a:ea typeface="Sora ExtraBold"/>
                <a:cs typeface="Sora ExtraBold"/>
                <a:sym typeface="Sora ExtraBold"/>
              </a:defRPr>
            </a:lvl5pPr>
            <a:lvl6pPr lvl="5" rtl="0">
              <a:spcBef>
                <a:spcPts val="0"/>
              </a:spcBef>
              <a:spcAft>
                <a:spcPts val="0"/>
              </a:spcAft>
              <a:buSzPts val="3000"/>
              <a:buFont typeface="Sora ExtraBold"/>
              <a:buNone/>
              <a:defRPr b="0">
                <a:latin typeface="Sora ExtraBold"/>
                <a:ea typeface="Sora ExtraBold"/>
                <a:cs typeface="Sora ExtraBold"/>
                <a:sym typeface="Sora ExtraBold"/>
              </a:defRPr>
            </a:lvl6pPr>
            <a:lvl7pPr lvl="6" rtl="0">
              <a:spcBef>
                <a:spcPts val="0"/>
              </a:spcBef>
              <a:spcAft>
                <a:spcPts val="0"/>
              </a:spcAft>
              <a:buSzPts val="3000"/>
              <a:buFont typeface="Sora ExtraBold"/>
              <a:buNone/>
              <a:defRPr b="0">
                <a:latin typeface="Sora ExtraBold"/>
                <a:ea typeface="Sora ExtraBold"/>
                <a:cs typeface="Sora ExtraBold"/>
                <a:sym typeface="Sora ExtraBold"/>
              </a:defRPr>
            </a:lvl7pPr>
            <a:lvl8pPr lvl="7" rtl="0">
              <a:spcBef>
                <a:spcPts val="0"/>
              </a:spcBef>
              <a:spcAft>
                <a:spcPts val="0"/>
              </a:spcAft>
              <a:buSzPts val="3000"/>
              <a:buFont typeface="Sora ExtraBold"/>
              <a:buNone/>
              <a:defRPr b="0">
                <a:latin typeface="Sora ExtraBold"/>
                <a:ea typeface="Sora ExtraBold"/>
                <a:cs typeface="Sora ExtraBold"/>
                <a:sym typeface="Sora ExtraBold"/>
              </a:defRPr>
            </a:lvl8pPr>
            <a:lvl9pPr lvl="8" rtl="0">
              <a:spcBef>
                <a:spcPts val="0"/>
              </a:spcBef>
              <a:spcAft>
                <a:spcPts val="0"/>
              </a:spcAft>
              <a:buSzPts val="3000"/>
              <a:buFont typeface="Sora ExtraBold"/>
              <a:buNone/>
              <a:defRPr b="0">
                <a:latin typeface="Sora ExtraBold"/>
                <a:ea typeface="Sora ExtraBold"/>
                <a:cs typeface="Sora ExtraBold"/>
                <a:sym typeface="Sora ExtraBold"/>
              </a:defRPr>
            </a:lvl9pPr>
          </a:lstStyle>
          <a:p/>
        </p:txBody>
      </p:sp>
      <p:sp>
        <p:nvSpPr>
          <p:cNvPr id="79" name="Google Shape;79;p5"/>
          <p:cNvSpPr txBox="1"/>
          <p:nvPr>
            <p:ph idx="1" type="subTitle"/>
          </p:nvPr>
        </p:nvSpPr>
        <p:spPr>
          <a:xfrm>
            <a:off x="4686382" y="2741849"/>
            <a:ext cx="3285900" cy="129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0" name="Google Shape;80;p5"/>
          <p:cNvSpPr txBox="1"/>
          <p:nvPr>
            <p:ph idx="2" type="subTitle"/>
          </p:nvPr>
        </p:nvSpPr>
        <p:spPr>
          <a:xfrm>
            <a:off x="1171750" y="2741854"/>
            <a:ext cx="3285900" cy="129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1" name="Google Shape;81;p5"/>
          <p:cNvSpPr txBox="1"/>
          <p:nvPr>
            <p:ph idx="3" type="subTitle"/>
          </p:nvPr>
        </p:nvSpPr>
        <p:spPr>
          <a:xfrm>
            <a:off x="1171725" y="2333100"/>
            <a:ext cx="3285900" cy="48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82" name="Google Shape;82;p5"/>
          <p:cNvSpPr txBox="1"/>
          <p:nvPr>
            <p:ph idx="4" type="subTitle"/>
          </p:nvPr>
        </p:nvSpPr>
        <p:spPr>
          <a:xfrm>
            <a:off x="4686356" y="2333100"/>
            <a:ext cx="3285900" cy="48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grpSp>
        <p:nvGrpSpPr>
          <p:cNvPr id="83" name="Google Shape;83;p5"/>
          <p:cNvGrpSpPr/>
          <p:nvPr/>
        </p:nvGrpSpPr>
        <p:grpSpPr>
          <a:xfrm>
            <a:off x="7895474" y="543975"/>
            <a:ext cx="1248525" cy="4458650"/>
            <a:chOff x="7895474" y="543975"/>
            <a:chExt cx="1248525" cy="4458650"/>
          </a:xfrm>
        </p:grpSpPr>
        <p:sp>
          <p:nvSpPr>
            <p:cNvPr id="84" name="Google Shape;84;p5"/>
            <p:cNvSpPr/>
            <p:nvPr/>
          </p:nvSpPr>
          <p:spPr>
            <a:xfrm>
              <a:off x="8430774" y="543975"/>
              <a:ext cx="383000" cy="374800"/>
            </a:xfrm>
            <a:custGeom>
              <a:rect b="b" l="l" r="r" t="t"/>
              <a:pathLst>
                <a:path extrusionOk="0" h="122" w="125">
                  <a:moveTo>
                    <a:pt x="125" y="5"/>
                  </a:moveTo>
                  <a:cubicBezTo>
                    <a:pt x="125" y="70"/>
                    <a:pt x="73" y="122"/>
                    <a:pt x="8" y="122"/>
                  </a:cubicBezTo>
                  <a:cubicBezTo>
                    <a:pt x="5" y="122"/>
                    <a:pt x="2" y="122"/>
                    <a:pt x="0" y="122"/>
                  </a:cubicBezTo>
                  <a:cubicBezTo>
                    <a:pt x="0" y="0"/>
                    <a:pt x="0" y="0"/>
                    <a:pt x="0" y="0"/>
                  </a:cubicBezTo>
                  <a:cubicBezTo>
                    <a:pt x="125" y="0"/>
                    <a:pt x="125" y="0"/>
                    <a:pt x="125" y="0"/>
                  </a:cubicBezTo>
                  <a:cubicBezTo>
                    <a:pt x="125" y="2"/>
                    <a:pt x="125" y="4"/>
                    <a:pt x="125"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5" name="Google Shape;85;p5"/>
            <p:cNvSpPr/>
            <p:nvPr/>
          </p:nvSpPr>
          <p:spPr>
            <a:xfrm>
              <a:off x="7895474" y="4726649"/>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86" name="Google Shape;86;p5"/>
          <p:cNvGrpSpPr/>
          <p:nvPr/>
        </p:nvGrpSpPr>
        <p:grpSpPr>
          <a:xfrm rot="5400000">
            <a:off x="-346214" y="1637167"/>
            <a:ext cx="1389009" cy="696607"/>
            <a:chOff x="6169550" y="2667607"/>
            <a:chExt cx="1032413" cy="517731"/>
          </a:xfrm>
        </p:grpSpPr>
        <p:sp>
          <p:nvSpPr>
            <p:cNvPr id="87" name="Google Shape;87;p5"/>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5"/>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5"/>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5"/>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5"/>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5"/>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5"/>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5"/>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5"/>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5"/>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5"/>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5"/>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5"/>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5"/>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5"/>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5"/>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5"/>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5"/>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5"/>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5"/>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5"/>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0" name="Google Shape;110;p6"/>
          <p:cNvGrpSpPr/>
          <p:nvPr/>
        </p:nvGrpSpPr>
        <p:grpSpPr>
          <a:xfrm>
            <a:off x="8424009" y="-405609"/>
            <a:ext cx="943251" cy="945099"/>
            <a:chOff x="4428425" y="1360736"/>
            <a:chExt cx="1077385" cy="1079497"/>
          </a:xfrm>
        </p:grpSpPr>
        <p:sp>
          <p:nvSpPr>
            <p:cNvPr id="111" name="Google Shape;111;p6"/>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12" name="Google Shape;112;p6"/>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13" name="Google Shape;113;p6"/>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14" name="Google Shape;114;p6"/>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15" name="Google Shape;115;p6"/>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16" name="Google Shape;116;p6"/>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117" name="Google Shape;117;p6"/>
          <p:cNvGrpSpPr/>
          <p:nvPr/>
        </p:nvGrpSpPr>
        <p:grpSpPr>
          <a:xfrm>
            <a:off x="-333775" y="4604000"/>
            <a:ext cx="8998901" cy="302051"/>
            <a:chOff x="-333775" y="4604000"/>
            <a:chExt cx="8998901" cy="302051"/>
          </a:xfrm>
        </p:grpSpPr>
        <p:sp>
          <p:nvSpPr>
            <p:cNvPr id="118" name="Google Shape;118;p6"/>
            <p:cNvSpPr/>
            <p:nvPr/>
          </p:nvSpPr>
          <p:spPr>
            <a:xfrm>
              <a:off x="8360176" y="4604001"/>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19" name="Google Shape;119;p6"/>
            <p:cNvSpPr/>
            <p:nvPr/>
          </p:nvSpPr>
          <p:spPr>
            <a:xfrm>
              <a:off x="-333775" y="4604000"/>
              <a:ext cx="1195350" cy="231125"/>
            </a:xfrm>
            <a:custGeom>
              <a:rect b="b" l="l" r="r" t="t"/>
              <a:pathLst>
                <a:path extrusionOk="0" h="113" w="585">
                  <a:moveTo>
                    <a:pt x="585" y="5"/>
                  </a:moveTo>
                  <a:cubicBezTo>
                    <a:pt x="566" y="14"/>
                    <a:pt x="554" y="33"/>
                    <a:pt x="545" y="48"/>
                  </a:cubicBezTo>
                  <a:cubicBezTo>
                    <a:pt x="532" y="69"/>
                    <a:pt x="524" y="82"/>
                    <a:pt x="509" y="82"/>
                  </a:cubicBezTo>
                  <a:cubicBezTo>
                    <a:pt x="494" y="82"/>
                    <a:pt x="485" y="69"/>
                    <a:pt x="473" y="48"/>
                  </a:cubicBezTo>
                  <a:cubicBezTo>
                    <a:pt x="460" y="27"/>
                    <a:pt x="444" y="0"/>
                    <a:pt x="410" y="0"/>
                  </a:cubicBezTo>
                  <a:cubicBezTo>
                    <a:pt x="377" y="0"/>
                    <a:pt x="361" y="27"/>
                    <a:pt x="348" y="48"/>
                  </a:cubicBezTo>
                  <a:cubicBezTo>
                    <a:pt x="335" y="69"/>
                    <a:pt x="327" y="82"/>
                    <a:pt x="312" y="82"/>
                  </a:cubicBezTo>
                  <a:cubicBezTo>
                    <a:pt x="296" y="82"/>
                    <a:pt x="288" y="69"/>
                    <a:pt x="276" y="48"/>
                  </a:cubicBezTo>
                  <a:cubicBezTo>
                    <a:pt x="263" y="27"/>
                    <a:pt x="246" y="0"/>
                    <a:pt x="213" y="0"/>
                  </a:cubicBezTo>
                  <a:cubicBezTo>
                    <a:pt x="180" y="0"/>
                    <a:pt x="163" y="27"/>
                    <a:pt x="150" y="48"/>
                  </a:cubicBezTo>
                  <a:cubicBezTo>
                    <a:pt x="138" y="69"/>
                    <a:pt x="130" y="82"/>
                    <a:pt x="114" y="82"/>
                  </a:cubicBezTo>
                  <a:cubicBezTo>
                    <a:pt x="99" y="82"/>
                    <a:pt x="91" y="69"/>
                    <a:pt x="79" y="48"/>
                  </a:cubicBezTo>
                  <a:cubicBezTo>
                    <a:pt x="65" y="27"/>
                    <a:pt x="49" y="0"/>
                    <a:pt x="16" y="0"/>
                  </a:cubicBezTo>
                  <a:cubicBezTo>
                    <a:pt x="7" y="0"/>
                    <a:pt x="0" y="7"/>
                    <a:pt x="0" y="16"/>
                  </a:cubicBezTo>
                  <a:cubicBezTo>
                    <a:pt x="0" y="24"/>
                    <a:pt x="7" y="31"/>
                    <a:pt x="16" y="31"/>
                  </a:cubicBezTo>
                  <a:cubicBezTo>
                    <a:pt x="31" y="31"/>
                    <a:pt x="39" y="44"/>
                    <a:pt x="52" y="65"/>
                  </a:cubicBezTo>
                  <a:cubicBezTo>
                    <a:pt x="65" y="86"/>
                    <a:pt x="81" y="113"/>
                    <a:pt x="114" y="113"/>
                  </a:cubicBezTo>
                  <a:cubicBezTo>
                    <a:pt x="148" y="113"/>
                    <a:pt x="164" y="86"/>
                    <a:pt x="177" y="65"/>
                  </a:cubicBezTo>
                  <a:cubicBezTo>
                    <a:pt x="190" y="44"/>
                    <a:pt x="198" y="31"/>
                    <a:pt x="213" y="31"/>
                  </a:cubicBezTo>
                  <a:cubicBezTo>
                    <a:pt x="228" y="31"/>
                    <a:pt x="237" y="44"/>
                    <a:pt x="249" y="65"/>
                  </a:cubicBezTo>
                  <a:cubicBezTo>
                    <a:pt x="262" y="86"/>
                    <a:pt x="278" y="113"/>
                    <a:pt x="312" y="113"/>
                  </a:cubicBezTo>
                  <a:cubicBezTo>
                    <a:pt x="345" y="113"/>
                    <a:pt x="361" y="86"/>
                    <a:pt x="374" y="65"/>
                  </a:cubicBezTo>
                  <a:cubicBezTo>
                    <a:pt x="387" y="44"/>
                    <a:pt x="395" y="31"/>
                    <a:pt x="410" y="31"/>
                  </a:cubicBezTo>
                  <a:cubicBezTo>
                    <a:pt x="425" y="31"/>
                    <a:pt x="434" y="44"/>
                    <a:pt x="446" y="65"/>
                  </a:cubicBezTo>
                  <a:cubicBezTo>
                    <a:pt x="459" y="86"/>
                    <a:pt x="475" y="113"/>
                    <a:pt x="509" y="113"/>
                  </a:cubicBezTo>
                  <a:cubicBezTo>
                    <a:pt x="542" y="113"/>
                    <a:pt x="558" y="86"/>
                    <a:pt x="571" y="65"/>
                  </a:cubicBezTo>
                  <a:cubicBezTo>
                    <a:pt x="576" y="56"/>
                    <a:pt x="581" y="49"/>
                    <a:pt x="585" y="44"/>
                  </a:cubicBezTo>
                  <a:lnTo>
                    <a:pt x="585"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0" name="Shape 120"/>
        <p:cNvGrpSpPr/>
        <p:nvPr/>
      </p:nvGrpSpPr>
      <p:grpSpPr>
        <a:xfrm>
          <a:off x="0" y="0"/>
          <a:ext cx="0" cy="0"/>
          <a:chOff x="0" y="0"/>
          <a:chExt cx="0" cy="0"/>
        </a:xfrm>
      </p:grpSpPr>
      <p:sp>
        <p:nvSpPr>
          <p:cNvPr id="121" name="Google Shape;121;p7"/>
          <p:cNvSpPr txBox="1"/>
          <p:nvPr>
            <p:ph type="title"/>
          </p:nvPr>
        </p:nvSpPr>
        <p:spPr>
          <a:xfrm>
            <a:off x="1165800" y="766925"/>
            <a:ext cx="3922200" cy="10641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 name="Google Shape;122;p7"/>
          <p:cNvSpPr txBox="1"/>
          <p:nvPr>
            <p:ph idx="1" type="subTitle"/>
          </p:nvPr>
        </p:nvSpPr>
        <p:spPr>
          <a:xfrm>
            <a:off x="1165800" y="1929500"/>
            <a:ext cx="3922200" cy="267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200"/>
              <a:buChar char="●"/>
              <a:defRPr>
                <a:latin typeface="Assistant"/>
                <a:ea typeface="Assistant"/>
                <a:cs typeface="Assistant"/>
                <a:sym typeface="Assistant"/>
              </a:defRPr>
            </a:lvl1pPr>
            <a:lvl2pPr lvl="1" rtl="0" algn="ctr">
              <a:lnSpc>
                <a:spcPct val="100000"/>
              </a:lnSpc>
              <a:spcBef>
                <a:spcPts val="1000"/>
              </a:spcBef>
              <a:spcAft>
                <a:spcPts val="0"/>
              </a:spcAft>
              <a:buClr>
                <a:srgbClr val="E76A28"/>
              </a:buClr>
              <a:buSzPts val="1200"/>
              <a:buChar char="○"/>
              <a:defRPr/>
            </a:lvl2pPr>
            <a:lvl3pPr lvl="2" rtl="0" algn="ctr">
              <a:lnSpc>
                <a:spcPct val="100000"/>
              </a:lnSpc>
              <a:spcBef>
                <a:spcPts val="1600"/>
              </a:spcBef>
              <a:spcAft>
                <a:spcPts val="0"/>
              </a:spcAft>
              <a:buClr>
                <a:srgbClr val="E76A28"/>
              </a:buClr>
              <a:buSzPts val="1200"/>
              <a:buChar char="■"/>
              <a:defRPr/>
            </a:lvl3pPr>
            <a:lvl4pPr lvl="3" rtl="0" algn="ctr">
              <a:lnSpc>
                <a:spcPct val="100000"/>
              </a:lnSpc>
              <a:spcBef>
                <a:spcPts val="1600"/>
              </a:spcBef>
              <a:spcAft>
                <a:spcPts val="0"/>
              </a:spcAft>
              <a:buClr>
                <a:srgbClr val="E76A28"/>
              </a:buClr>
              <a:buSzPts val="1200"/>
              <a:buChar char="●"/>
              <a:defRPr/>
            </a:lvl4pPr>
            <a:lvl5pPr lvl="4" rtl="0" algn="ctr">
              <a:lnSpc>
                <a:spcPct val="100000"/>
              </a:lnSpc>
              <a:spcBef>
                <a:spcPts val="1600"/>
              </a:spcBef>
              <a:spcAft>
                <a:spcPts val="0"/>
              </a:spcAft>
              <a:buClr>
                <a:srgbClr val="E76A28"/>
              </a:buClr>
              <a:buSzPts val="1200"/>
              <a:buChar char="○"/>
              <a:defRPr/>
            </a:lvl5pPr>
            <a:lvl6pPr lvl="5" rtl="0" algn="ctr">
              <a:lnSpc>
                <a:spcPct val="100000"/>
              </a:lnSpc>
              <a:spcBef>
                <a:spcPts val="1600"/>
              </a:spcBef>
              <a:spcAft>
                <a:spcPts val="0"/>
              </a:spcAft>
              <a:buClr>
                <a:srgbClr val="999999"/>
              </a:buClr>
              <a:buSzPts val="1200"/>
              <a:buChar char="■"/>
              <a:defRPr/>
            </a:lvl6pPr>
            <a:lvl7pPr lvl="6" rtl="0" algn="ctr">
              <a:lnSpc>
                <a:spcPct val="100000"/>
              </a:lnSpc>
              <a:spcBef>
                <a:spcPts val="1600"/>
              </a:spcBef>
              <a:spcAft>
                <a:spcPts val="0"/>
              </a:spcAft>
              <a:buClr>
                <a:srgbClr val="999999"/>
              </a:buClr>
              <a:buSzPts val="1200"/>
              <a:buChar char="●"/>
              <a:defRPr/>
            </a:lvl7pPr>
            <a:lvl8pPr lvl="7" rtl="0" algn="ctr">
              <a:lnSpc>
                <a:spcPct val="100000"/>
              </a:lnSpc>
              <a:spcBef>
                <a:spcPts val="1600"/>
              </a:spcBef>
              <a:spcAft>
                <a:spcPts val="0"/>
              </a:spcAft>
              <a:buClr>
                <a:srgbClr val="999999"/>
              </a:buClr>
              <a:buSzPts val="1200"/>
              <a:buChar char="○"/>
              <a:defRPr/>
            </a:lvl8pPr>
            <a:lvl9pPr lvl="8" rtl="0" algn="ctr">
              <a:lnSpc>
                <a:spcPct val="100000"/>
              </a:lnSpc>
              <a:spcBef>
                <a:spcPts val="1600"/>
              </a:spcBef>
              <a:spcAft>
                <a:spcPts val="1600"/>
              </a:spcAft>
              <a:buClr>
                <a:srgbClr val="999999"/>
              </a:buClr>
              <a:buSzPts val="1200"/>
              <a:buChar char="■"/>
              <a:defRPr/>
            </a:lvl9pPr>
          </a:lstStyle>
          <a:p/>
        </p:txBody>
      </p:sp>
      <p:sp>
        <p:nvSpPr>
          <p:cNvPr id="123" name="Google Shape;123;p7"/>
          <p:cNvSpPr/>
          <p:nvPr>
            <p:ph idx="2" type="pic"/>
          </p:nvPr>
        </p:nvSpPr>
        <p:spPr>
          <a:xfrm>
            <a:off x="5265800" y="1258050"/>
            <a:ext cx="2565600" cy="3345900"/>
          </a:xfrm>
          <a:prstGeom prst="rect">
            <a:avLst/>
          </a:prstGeom>
          <a:noFill/>
          <a:ln>
            <a:noFill/>
          </a:ln>
          <a:effectLst>
            <a:outerShdw rotWithShape="0" algn="bl" dir="19140000" dist="190500">
              <a:schemeClr val="accent1">
                <a:alpha val="50000"/>
              </a:schemeClr>
            </a:outerShdw>
          </a:effectLst>
        </p:spPr>
      </p:sp>
      <p:grpSp>
        <p:nvGrpSpPr>
          <p:cNvPr id="124" name="Google Shape;124;p7"/>
          <p:cNvGrpSpPr/>
          <p:nvPr/>
        </p:nvGrpSpPr>
        <p:grpSpPr>
          <a:xfrm rot="5400000">
            <a:off x="-346089" y="3961517"/>
            <a:ext cx="1389009" cy="696607"/>
            <a:chOff x="6169550" y="2667607"/>
            <a:chExt cx="1032413" cy="517731"/>
          </a:xfrm>
        </p:grpSpPr>
        <p:sp>
          <p:nvSpPr>
            <p:cNvPr id="125" name="Google Shape;125;p7"/>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7"/>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7"/>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7"/>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7"/>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7"/>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7"/>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7"/>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7"/>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 name="Google Shape;134;p7"/>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7"/>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7"/>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7"/>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7"/>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7"/>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7"/>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7"/>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7"/>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7"/>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7"/>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7"/>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6" name="Google Shape;146;p7"/>
          <p:cNvGrpSpPr/>
          <p:nvPr/>
        </p:nvGrpSpPr>
        <p:grpSpPr>
          <a:xfrm>
            <a:off x="518351" y="3"/>
            <a:ext cx="8701626" cy="2029651"/>
            <a:chOff x="518351" y="3"/>
            <a:chExt cx="8701626" cy="2029651"/>
          </a:xfrm>
        </p:grpSpPr>
        <p:sp>
          <p:nvSpPr>
            <p:cNvPr id="147" name="Google Shape;147;p7"/>
            <p:cNvSpPr/>
            <p:nvPr/>
          </p:nvSpPr>
          <p:spPr>
            <a:xfrm>
              <a:off x="518351" y="539501"/>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48" name="Google Shape;148;p7"/>
            <p:cNvSpPr/>
            <p:nvPr/>
          </p:nvSpPr>
          <p:spPr>
            <a:xfrm rot="5400000">
              <a:off x="7415951" y="225628"/>
              <a:ext cx="2029651" cy="1578401"/>
            </a:xfrm>
            <a:custGeom>
              <a:rect b="b" l="l" r="r" t="t"/>
              <a:pathLst>
                <a:path extrusionOk="0" h="794" w="1021">
                  <a:moveTo>
                    <a:pt x="844" y="0"/>
                  </a:moveTo>
                  <a:lnTo>
                    <a:pt x="228" y="617"/>
                  </a:lnTo>
                  <a:lnTo>
                    <a:pt x="0" y="389"/>
                  </a:lnTo>
                  <a:lnTo>
                    <a:pt x="0" y="566"/>
                  </a:lnTo>
                  <a:lnTo>
                    <a:pt x="228" y="794"/>
                  </a:lnTo>
                  <a:lnTo>
                    <a:pt x="1021" y="0"/>
                  </a:lnTo>
                  <a:lnTo>
                    <a:pt x="8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9" name="Shape 149"/>
        <p:cNvGrpSpPr/>
        <p:nvPr/>
      </p:nvGrpSpPr>
      <p:grpSpPr>
        <a:xfrm>
          <a:off x="0" y="0"/>
          <a:ext cx="0" cy="0"/>
          <a:chOff x="0" y="0"/>
          <a:chExt cx="0" cy="0"/>
        </a:xfrm>
      </p:grpSpPr>
      <p:sp>
        <p:nvSpPr>
          <p:cNvPr id="150" name="Google Shape;150;p8"/>
          <p:cNvSpPr txBox="1"/>
          <p:nvPr>
            <p:ph type="title"/>
          </p:nvPr>
        </p:nvSpPr>
        <p:spPr>
          <a:xfrm>
            <a:off x="1653450" y="1957975"/>
            <a:ext cx="5837100" cy="1578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51" name="Google Shape;151;p8"/>
          <p:cNvGrpSpPr/>
          <p:nvPr/>
        </p:nvGrpSpPr>
        <p:grpSpPr>
          <a:xfrm>
            <a:off x="6510858" y="4329925"/>
            <a:ext cx="1695739" cy="850424"/>
            <a:chOff x="6169550" y="2667607"/>
            <a:chExt cx="1032413" cy="517731"/>
          </a:xfrm>
        </p:grpSpPr>
        <p:sp>
          <p:nvSpPr>
            <p:cNvPr id="152" name="Google Shape;152;p8"/>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8"/>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8"/>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8"/>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8"/>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8"/>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8"/>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8"/>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8"/>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8"/>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8"/>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8"/>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8"/>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8"/>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8"/>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8"/>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8"/>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8"/>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8"/>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8"/>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8"/>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3" name="Google Shape;173;p8"/>
          <p:cNvGrpSpPr/>
          <p:nvPr/>
        </p:nvGrpSpPr>
        <p:grpSpPr>
          <a:xfrm>
            <a:off x="607344" y="-293200"/>
            <a:ext cx="1851925" cy="994422"/>
            <a:chOff x="1673821" y="2798659"/>
            <a:chExt cx="1896492" cy="1018353"/>
          </a:xfrm>
        </p:grpSpPr>
        <p:sp>
          <p:nvSpPr>
            <p:cNvPr id="174" name="Google Shape;174;p8"/>
            <p:cNvSpPr/>
            <p:nvPr/>
          </p:nvSpPr>
          <p:spPr>
            <a:xfrm>
              <a:off x="3432214" y="2798659"/>
              <a:ext cx="138099" cy="134937"/>
            </a:xfrm>
            <a:custGeom>
              <a:rect b="b" l="l" r="r" t="t"/>
              <a:pathLst>
                <a:path extrusionOk="0" h="38" w="39">
                  <a:moveTo>
                    <a:pt x="39" y="13"/>
                  </a:moveTo>
                  <a:cubicBezTo>
                    <a:pt x="26" y="0"/>
                    <a:pt x="26" y="0"/>
                    <a:pt x="26" y="0"/>
                  </a:cubicBezTo>
                  <a:cubicBezTo>
                    <a:pt x="0" y="0"/>
                    <a:pt x="0" y="0"/>
                    <a:pt x="0" y="0"/>
                  </a:cubicBezTo>
                  <a:cubicBezTo>
                    <a:pt x="38" y="38"/>
                    <a:pt x="38" y="38"/>
                    <a:pt x="38" y="38"/>
                  </a:cubicBezTo>
                  <a:cubicBezTo>
                    <a:pt x="39" y="30"/>
                    <a:pt x="39" y="21"/>
                    <a:pt x="3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75" name="Google Shape;175;p8"/>
            <p:cNvSpPr/>
            <p:nvPr/>
          </p:nvSpPr>
          <p:spPr>
            <a:xfrm>
              <a:off x="3247730" y="2798659"/>
              <a:ext cx="312041" cy="294121"/>
            </a:xfrm>
            <a:custGeom>
              <a:rect b="b" l="l" r="r" t="t"/>
              <a:pathLst>
                <a:path extrusionOk="0" h="83" w="88">
                  <a:moveTo>
                    <a:pt x="0" y="0"/>
                  </a:moveTo>
                  <a:cubicBezTo>
                    <a:pt x="83" y="83"/>
                    <a:pt x="83" y="83"/>
                    <a:pt x="83" y="83"/>
                  </a:cubicBezTo>
                  <a:cubicBezTo>
                    <a:pt x="85" y="76"/>
                    <a:pt x="86" y="69"/>
                    <a:pt x="88" y="6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76" name="Google Shape;176;p8"/>
            <p:cNvSpPr/>
            <p:nvPr/>
          </p:nvSpPr>
          <p:spPr>
            <a:xfrm>
              <a:off x="3060084" y="2798659"/>
              <a:ext cx="460682" cy="436437"/>
            </a:xfrm>
            <a:custGeom>
              <a:rect b="b" l="l" r="r" t="t"/>
              <a:pathLst>
                <a:path extrusionOk="0" h="123" w="130">
                  <a:moveTo>
                    <a:pt x="0" y="0"/>
                  </a:moveTo>
                  <a:cubicBezTo>
                    <a:pt x="123" y="123"/>
                    <a:pt x="123" y="123"/>
                    <a:pt x="123" y="123"/>
                  </a:cubicBezTo>
                  <a:cubicBezTo>
                    <a:pt x="126" y="116"/>
                    <a:pt x="128" y="110"/>
                    <a:pt x="130" y="103"/>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77" name="Google Shape;177;p8"/>
            <p:cNvSpPr/>
            <p:nvPr/>
          </p:nvSpPr>
          <p:spPr>
            <a:xfrm>
              <a:off x="2875600" y="2798659"/>
              <a:ext cx="591402" cy="556615"/>
            </a:xfrm>
            <a:custGeom>
              <a:rect b="b" l="l" r="r" t="t"/>
              <a:pathLst>
                <a:path extrusionOk="0" h="157" w="167">
                  <a:moveTo>
                    <a:pt x="0" y="0"/>
                  </a:moveTo>
                  <a:cubicBezTo>
                    <a:pt x="158" y="157"/>
                    <a:pt x="158" y="157"/>
                    <a:pt x="158" y="157"/>
                  </a:cubicBezTo>
                  <a:cubicBezTo>
                    <a:pt x="161" y="152"/>
                    <a:pt x="164" y="146"/>
                    <a:pt x="167" y="140"/>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78" name="Google Shape;178;p8"/>
            <p:cNvSpPr/>
            <p:nvPr/>
          </p:nvSpPr>
          <p:spPr>
            <a:xfrm>
              <a:off x="2691116" y="2798659"/>
              <a:ext cx="705255" cy="667306"/>
            </a:xfrm>
            <a:custGeom>
              <a:rect b="b" l="l" r="r" t="t"/>
              <a:pathLst>
                <a:path extrusionOk="0" h="188" w="199">
                  <a:moveTo>
                    <a:pt x="0" y="0"/>
                  </a:moveTo>
                  <a:cubicBezTo>
                    <a:pt x="188" y="188"/>
                    <a:pt x="188" y="188"/>
                    <a:pt x="188" y="188"/>
                  </a:cubicBezTo>
                  <a:cubicBezTo>
                    <a:pt x="192" y="183"/>
                    <a:pt x="196" y="178"/>
                    <a:pt x="199" y="173"/>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79" name="Google Shape;179;p8"/>
            <p:cNvSpPr/>
            <p:nvPr/>
          </p:nvSpPr>
          <p:spPr>
            <a:xfrm>
              <a:off x="2506633" y="2798659"/>
              <a:ext cx="808566" cy="763238"/>
            </a:xfrm>
            <a:custGeom>
              <a:rect b="b" l="l" r="r" t="t"/>
              <a:pathLst>
                <a:path extrusionOk="0" h="215" w="228">
                  <a:moveTo>
                    <a:pt x="0" y="0"/>
                  </a:moveTo>
                  <a:cubicBezTo>
                    <a:pt x="215" y="215"/>
                    <a:pt x="215" y="215"/>
                    <a:pt x="215" y="215"/>
                  </a:cubicBezTo>
                  <a:cubicBezTo>
                    <a:pt x="217" y="213"/>
                    <a:pt x="219" y="210"/>
                    <a:pt x="222" y="208"/>
                  </a:cubicBezTo>
                  <a:cubicBezTo>
                    <a:pt x="224" y="206"/>
                    <a:pt x="226" y="204"/>
                    <a:pt x="228" y="20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80" name="Google Shape;180;p8"/>
            <p:cNvSpPr/>
            <p:nvPr/>
          </p:nvSpPr>
          <p:spPr>
            <a:xfrm>
              <a:off x="2322149" y="2798659"/>
              <a:ext cx="897118" cy="844412"/>
            </a:xfrm>
            <a:custGeom>
              <a:rect b="b" l="l" r="r" t="t"/>
              <a:pathLst>
                <a:path extrusionOk="0" h="238" w="253">
                  <a:moveTo>
                    <a:pt x="0" y="0"/>
                  </a:moveTo>
                  <a:cubicBezTo>
                    <a:pt x="238" y="238"/>
                    <a:pt x="238" y="238"/>
                    <a:pt x="238" y="238"/>
                  </a:cubicBezTo>
                  <a:cubicBezTo>
                    <a:pt x="243" y="234"/>
                    <a:pt x="248" y="231"/>
                    <a:pt x="253" y="227"/>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81" name="Google Shape;181;p8"/>
            <p:cNvSpPr/>
            <p:nvPr/>
          </p:nvSpPr>
          <p:spPr>
            <a:xfrm>
              <a:off x="2137666" y="2798659"/>
              <a:ext cx="975128" cy="916097"/>
            </a:xfrm>
            <a:custGeom>
              <a:rect b="b" l="l" r="r" t="t"/>
              <a:pathLst>
                <a:path extrusionOk="0" h="258" w="275">
                  <a:moveTo>
                    <a:pt x="0" y="0"/>
                  </a:moveTo>
                  <a:cubicBezTo>
                    <a:pt x="258" y="258"/>
                    <a:pt x="258" y="258"/>
                    <a:pt x="258" y="258"/>
                  </a:cubicBezTo>
                  <a:cubicBezTo>
                    <a:pt x="263" y="255"/>
                    <a:pt x="269" y="252"/>
                    <a:pt x="275" y="248"/>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82" name="Google Shape;182;p8"/>
            <p:cNvSpPr/>
            <p:nvPr/>
          </p:nvSpPr>
          <p:spPr>
            <a:xfrm>
              <a:off x="1953182" y="2798659"/>
              <a:ext cx="1035217" cy="968806"/>
            </a:xfrm>
            <a:custGeom>
              <a:rect b="b" l="l" r="r" t="t"/>
              <a:pathLst>
                <a:path extrusionOk="0" h="273" w="292">
                  <a:moveTo>
                    <a:pt x="0" y="0"/>
                  </a:moveTo>
                  <a:cubicBezTo>
                    <a:pt x="273" y="273"/>
                    <a:pt x="273" y="273"/>
                    <a:pt x="273" y="273"/>
                  </a:cubicBezTo>
                  <a:cubicBezTo>
                    <a:pt x="279" y="271"/>
                    <a:pt x="286" y="268"/>
                    <a:pt x="292" y="266"/>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83" name="Google Shape;183;p8"/>
            <p:cNvSpPr/>
            <p:nvPr/>
          </p:nvSpPr>
          <p:spPr>
            <a:xfrm>
              <a:off x="1765536" y="2798659"/>
              <a:ext cx="1084764" cy="1004649"/>
            </a:xfrm>
            <a:custGeom>
              <a:rect b="b" l="l" r="r" t="t"/>
              <a:pathLst>
                <a:path extrusionOk="0" h="283" w="306">
                  <a:moveTo>
                    <a:pt x="0" y="0"/>
                  </a:moveTo>
                  <a:cubicBezTo>
                    <a:pt x="284" y="283"/>
                    <a:pt x="284" y="283"/>
                    <a:pt x="284" y="283"/>
                  </a:cubicBezTo>
                  <a:cubicBezTo>
                    <a:pt x="291" y="282"/>
                    <a:pt x="299" y="281"/>
                    <a:pt x="306" y="279"/>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84" name="Google Shape;184;p8"/>
            <p:cNvSpPr/>
            <p:nvPr/>
          </p:nvSpPr>
          <p:spPr>
            <a:xfrm>
              <a:off x="1673821" y="2798659"/>
              <a:ext cx="1017295" cy="1018353"/>
            </a:xfrm>
            <a:custGeom>
              <a:rect b="b" l="l" r="r" t="t"/>
              <a:pathLst>
                <a:path extrusionOk="0" h="287" w="287">
                  <a:moveTo>
                    <a:pt x="0" y="26"/>
                  </a:moveTo>
                  <a:cubicBezTo>
                    <a:pt x="261" y="286"/>
                    <a:pt x="261" y="286"/>
                    <a:pt x="261" y="286"/>
                  </a:cubicBezTo>
                  <a:cubicBezTo>
                    <a:pt x="270" y="287"/>
                    <a:pt x="278" y="286"/>
                    <a:pt x="287" y="286"/>
                  </a:cubicBezTo>
                  <a:cubicBezTo>
                    <a:pt x="1" y="0"/>
                    <a:pt x="1" y="0"/>
                    <a:pt x="1" y="0"/>
                  </a:cubicBezTo>
                  <a:cubicBezTo>
                    <a:pt x="0" y="9"/>
                    <a:pt x="0" y="17"/>
                    <a:pt x="0"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85" name="Google Shape;185;p8"/>
            <p:cNvSpPr/>
            <p:nvPr/>
          </p:nvSpPr>
          <p:spPr>
            <a:xfrm>
              <a:off x="1684363" y="2990523"/>
              <a:ext cx="814891" cy="815948"/>
            </a:xfrm>
            <a:custGeom>
              <a:rect b="b" l="l" r="r" t="t"/>
              <a:pathLst>
                <a:path extrusionOk="0" h="230" w="230">
                  <a:moveTo>
                    <a:pt x="6" y="32"/>
                  </a:moveTo>
                  <a:cubicBezTo>
                    <a:pt x="197" y="224"/>
                    <a:pt x="197" y="224"/>
                    <a:pt x="197" y="224"/>
                  </a:cubicBezTo>
                  <a:cubicBezTo>
                    <a:pt x="208" y="227"/>
                    <a:pt x="219" y="229"/>
                    <a:pt x="230" y="230"/>
                  </a:cubicBezTo>
                  <a:cubicBezTo>
                    <a:pt x="0" y="0"/>
                    <a:pt x="0" y="0"/>
                    <a:pt x="0" y="0"/>
                  </a:cubicBezTo>
                  <a:cubicBezTo>
                    <a:pt x="1" y="11"/>
                    <a:pt x="3" y="22"/>
                    <a:pt x="6" y="3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86" name="Google Shape;186;p8"/>
            <p:cNvSpPr/>
            <p:nvPr/>
          </p:nvSpPr>
          <p:spPr>
            <a:xfrm>
              <a:off x="1751832" y="3245638"/>
              <a:ext cx="492308" cy="490202"/>
            </a:xfrm>
            <a:custGeom>
              <a:rect b="b" l="l" r="r" t="t"/>
              <a:pathLst>
                <a:path extrusionOk="0" h="138" w="139">
                  <a:moveTo>
                    <a:pt x="57" y="82"/>
                  </a:moveTo>
                  <a:cubicBezTo>
                    <a:pt x="81" y="107"/>
                    <a:pt x="109" y="125"/>
                    <a:pt x="139" y="138"/>
                  </a:cubicBezTo>
                  <a:cubicBezTo>
                    <a:pt x="0" y="0"/>
                    <a:pt x="0" y="0"/>
                    <a:pt x="0" y="0"/>
                  </a:cubicBezTo>
                  <a:cubicBezTo>
                    <a:pt x="13" y="30"/>
                    <a:pt x="32" y="58"/>
                    <a:pt x="57"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187" name="Google Shape;187;p8"/>
          <p:cNvGrpSpPr/>
          <p:nvPr/>
        </p:nvGrpSpPr>
        <p:grpSpPr>
          <a:xfrm>
            <a:off x="1" y="309958"/>
            <a:ext cx="8707073" cy="4833546"/>
            <a:chOff x="1" y="309958"/>
            <a:chExt cx="8707073" cy="4833546"/>
          </a:xfrm>
        </p:grpSpPr>
        <p:sp>
          <p:nvSpPr>
            <p:cNvPr id="188" name="Google Shape;188;p8"/>
            <p:cNvSpPr/>
            <p:nvPr/>
          </p:nvSpPr>
          <p:spPr>
            <a:xfrm>
              <a:off x="7027077" y="3099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89" name="Google Shape;189;p8"/>
            <p:cNvSpPr/>
            <p:nvPr/>
          </p:nvSpPr>
          <p:spPr>
            <a:xfrm>
              <a:off x="7792075" y="2934992"/>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8"/>
            <p:cNvSpPr/>
            <p:nvPr/>
          </p:nvSpPr>
          <p:spPr>
            <a:xfrm rot="-5400000">
              <a:off x="-225624" y="3339478"/>
              <a:ext cx="2029651" cy="1578401"/>
            </a:xfrm>
            <a:custGeom>
              <a:rect b="b" l="l" r="r" t="t"/>
              <a:pathLst>
                <a:path extrusionOk="0" h="794" w="1021">
                  <a:moveTo>
                    <a:pt x="844" y="0"/>
                  </a:moveTo>
                  <a:lnTo>
                    <a:pt x="228" y="617"/>
                  </a:lnTo>
                  <a:lnTo>
                    <a:pt x="0" y="389"/>
                  </a:lnTo>
                  <a:lnTo>
                    <a:pt x="0" y="566"/>
                  </a:lnTo>
                  <a:lnTo>
                    <a:pt x="228" y="794"/>
                  </a:lnTo>
                  <a:lnTo>
                    <a:pt x="1021" y="0"/>
                  </a:lnTo>
                  <a:lnTo>
                    <a:pt x="8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1" name="Shape 191"/>
        <p:cNvGrpSpPr/>
        <p:nvPr/>
      </p:nvGrpSpPr>
      <p:grpSpPr>
        <a:xfrm>
          <a:off x="0" y="0"/>
          <a:ext cx="0" cy="0"/>
          <a:chOff x="0" y="0"/>
          <a:chExt cx="0" cy="0"/>
        </a:xfrm>
      </p:grpSpPr>
      <p:sp>
        <p:nvSpPr>
          <p:cNvPr id="192" name="Google Shape;192;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93" name="Google Shape;193;p9"/>
          <p:cNvSpPr txBox="1"/>
          <p:nvPr>
            <p:ph idx="1" type="subTitle"/>
          </p:nvPr>
        </p:nvSpPr>
        <p:spPr>
          <a:xfrm>
            <a:off x="2135550" y="3153500"/>
            <a:ext cx="4872900" cy="3987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000"/>
              <a:buFont typeface="Assistant"/>
              <a:buNone/>
              <a:defRPr sz="1400">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grpSp>
        <p:nvGrpSpPr>
          <p:cNvPr id="194" name="Google Shape;194;p9"/>
          <p:cNvGrpSpPr/>
          <p:nvPr/>
        </p:nvGrpSpPr>
        <p:grpSpPr>
          <a:xfrm flipH="1" rot="10800000">
            <a:off x="664591" y="4364524"/>
            <a:ext cx="1470954" cy="1473729"/>
            <a:chOff x="4428425" y="1360736"/>
            <a:chExt cx="1077385" cy="1079497"/>
          </a:xfrm>
        </p:grpSpPr>
        <p:sp>
          <p:nvSpPr>
            <p:cNvPr id="195" name="Google Shape;195;p9"/>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96" name="Google Shape;196;p9"/>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97" name="Google Shape;197;p9"/>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98" name="Google Shape;198;p9"/>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199" name="Google Shape;199;p9"/>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00" name="Google Shape;200;p9"/>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201" name="Google Shape;201;p9"/>
          <p:cNvGrpSpPr/>
          <p:nvPr/>
        </p:nvGrpSpPr>
        <p:grpSpPr>
          <a:xfrm flipH="1" rot="-5400000">
            <a:off x="7924233" y="3373500"/>
            <a:ext cx="1695739" cy="850424"/>
            <a:chOff x="6169550" y="2667607"/>
            <a:chExt cx="1032413" cy="517731"/>
          </a:xfrm>
        </p:grpSpPr>
        <p:sp>
          <p:nvSpPr>
            <p:cNvPr id="202" name="Google Shape;202;p9"/>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9"/>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9"/>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9"/>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9"/>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9"/>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9"/>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9"/>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9"/>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9"/>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9"/>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9"/>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9"/>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9"/>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9"/>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9"/>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9"/>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9"/>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9"/>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9"/>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9"/>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3" name="Google Shape;223;p9"/>
          <p:cNvGrpSpPr/>
          <p:nvPr/>
        </p:nvGrpSpPr>
        <p:grpSpPr>
          <a:xfrm>
            <a:off x="-101913" y="-119607"/>
            <a:ext cx="8691463" cy="4883974"/>
            <a:chOff x="-101913" y="-119607"/>
            <a:chExt cx="8691463" cy="4883974"/>
          </a:xfrm>
        </p:grpSpPr>
        <p:sp>
          <p:nvSpPr>
            <p:cNvPr id="224" name="Google Shape;224;p9"/>
            <p:cNvSpPr/>
            <p:nvPr/>
          </p:nvSpPr>
          <p:spPr>
            <a:xfrm flipH="1" rot="10800000">
              <a:off x="7674550" y="240526"/>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9"/>
            <p:cNvSpPr/>
            <p:nvPr/>
          </p:nvSpPr>
          <p:spPr>
            <a:xfrm flipH="1" rot="5400000">
              <a:off x="-4000" y="-217519"/>
              <a:ext cx="1928425" cy="2124250"/>
            </a:xfrm>
            <a:custGeom>
              <a:rect b="b" l="l" r="r" t="t"/>
              <a:pathLst>
                <a:path extrusionOk="0" h="372" w="338">
                  <a:moveTo>
                    <a:pt x="31" y="340"/>
                  </a:moveTo>
                  <a:cubicBezTo>
                    <a:pt x="31" y="170"/>
                    <a:pt x="168" y="32"/>
                    <a:pt x="338" y="31"/>
                  </a:cubicBezTo>
                  <a:cubicBezTo>
                    <a:pt x="338" y="0"/>
                    <a:pt x="338" y="0"/>
                    <a:pt x="338" y="0"/>
                  </a:cubicBezTo>
                  <a:cubicBezTo>
                    <a:pt x="151" y="1"/>
                    <a:pt x="0" y="153"/>
                    <a:pt x="0" y="340"/>
                  </a:cubicBezTo>
                  <a:cubicBezTo>
                    <a:pt x="0" y="351"/>
                    <a:pt x="0" y="361"/>
                    <a:pt x="1" y="372"/>
                  </a:cubicBezTo>
                  <a:cubicBezTo>
                    <a:pt x="33" y="372"/>
                    <a:pt x="33" y="372"/>
                    <a:pt x="33" y="372"/>
                  </a:cubicBezTo>
                  <a:cubicBezTo>
                    <a:pt x="32" y="361"/>
                    <a:pt x="31" y="351"/>
                    <a:pt x="31" y="3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9"/>
            <p:cNvSpPr/>
            <p:nvPr/>
          </p:nvSpPr>
          <p:spPr>
            <a:xfrm flipH="1" rot="10800000">
              <a:off x="6873452" y="4305275"/>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7" name="Shape 227"/>
        <p:cNvGrpSpPr/>
        <p:nvPr/>
      </p:nvGrpSpPr>
      <p:grpSpPr>
        <a:xfrm>
          <a:off x="0" y="0"/>
          <a:ext cx="0" cy="0"/>
          <a:chOff x="0" y="0"/>
          <a:chExt cx="0" cy="0"/>
        </a:xfrm>
      </p:grpSpPr>
      <p:sp>
        <p:nvSpPr>
          <p:cNvPr id="228" name="Google Shape;228;p10"/>
          <p:cNvSpPr/>
          <p:nvPr>
            <p:ph idx="2" type="pic"/>
          </p:nvPr>
        </p:nvSpPr>
        <p:spPr>
          <a:xfrm>
            <a:off x="0" y="-14875"/>
            <a:ext cx="9144000" cy="5158500"/>
          </a:xfrm>
          <a:prstGeom prst="rect">
            <a:avLst/>
          </a:prstGeom>
          <a:noFill/>
          <a:ln>
            <a:noFill/>
          </a:ln>
        </p:spPr>
      </p:sp>
      <p:sp>
        <p:nvSpPr>
          <p:cNvPr id="229" name="Google Shape;229;p10"/>
          <p:cNvSpPr txBox="1"/>
          <p:nvPr>
            <p:ph type="title"/>
          </p:nvPr>
        </p:nvSpPr>
        <p:spPr>
          <a:xfrm>
            <a:off x="713225" y="4063625"/>
            <a:ext cx="7717500" cy="5235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600"/>
              <a:buNone/>
              <a:defRPr sz="1800">
                <a:latin typeface="Sora"/>
                <a:ea typeface="Sora"/>
                <a:cs typeface="Sora"/>
                <a:sym typeface="Sora"/>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0" name="Shape 230"/>
        <p:cNvGrpSpPr/>
        <p:nvPr/>
      </p:nvGrpSpPr>
      <p:grpSpPr>
        <a:xfrm>
          <a:off x="0" y="0"/>
          <a:ext cx="0" cy="0"/>
          <a:chOff x="0" y="0"/>
          <a:chExt cx="0" cy="0"/>
        </a:xfrm>
      </p:grpSpPr>
      <p:sp>
        <p:nvSpPr>
          <p:cNvPr id="231" name="Google Shape;231;p11"/>
          <p:cNvSpPr txBox="1"/>
          <p:nvPr>
            <p:ph hasCustomPrompt="1" type="title"/>
          </p:nvPr>
        </p:nvSpPr>
        <p:spPr>
          <a:xfrm>
            <a:off x="2690850" y="2012013"/>
            <a:ext cx="3762300" cy="1122000"/>
          </a:xfrm>
          <a:prstGeom prst="rect">
            <a:avLst/>
          </a:prstGeom>
          <a:solidFill>
            <a:schemeClr val="accent2"/>
          </a:solidFill>
        </p:spPr>
        <p:txBody>
          <a:bodyPr anchorCtr="0" anchor="ctr" bIns="91425" lIns="91425" spcFirstLastPara="1" rIns="91425" wrap="square" tIns="91425">
            <a:noAutofit/>
          </a:bodyPr>
          <a:lstStyle>
            <a:lvl1pPr lvl="0" algn="ctr">
              <a:spcBef>
                <a:spcPts val="0"/>
              </a:spcBef>
              <a:spcAft>
                <a:spcPts val="0"/>
              </a:spcAft>
              <a:buSzPts val="9600"/>
              <a:buNone/>
              <a:defRPr b="0" sz="6000">
                <a:latin typeface="Sora ExtraBold"/>
                <a:ea typeface="Sora ExtraBold"/>
                <a:cs typeface="Sora ExtraBold"/>
                <a:sym typeface="Sora Extra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32" name="Google Shape;232;p11"/>
          <p:cNvSpPr txBox="1"/>
          <p:nvPr>
            <p:ph idx="1" type="subTitle"/>
          </p:nvPr>
        </p:nvSpPr>
        <p:spPr>
          <a:xfrm>
            <a:off x="2690850" y="3190875"/>
            <a:ext cx="3762300" cy="38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atin typeface="Assistant"/>
                <a:ea typeface="Assistant"/>
                <a:cs typeface="Assistant"/>
                <a:sym typeface="Assistant"/>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233" name="Google Shape;233;p11"/>
          <p:cNvGrpSpPr/>
          <p:nvPr/>
        </p:nvGrpSpPr>
        <p:grpSpPr>
          <a:xfrm>
            <a:off x="6371546" y="-159441"/>
            <a:ext cx="1896492" cy="1018353"/>
            <a:chOff x="1673821" y="2798659"/>
            <a:chExt cx="1896492" cy="1018353"/>
          </a:xfrm>
        </p:grpSpPr>
        <p:sp>
          <p:nvSpPr>
            <p:cNvPr id="234" name="Google Shape;234;p11"/>
            <p:cNvSpPr/>
            <p:nvPr/>
          </p:nvSpPr>
          <p:spPr>
            <a:xfrm>
              <a:off x="3432214" y="2798659"/>
              <a:ext cx="138099" cy="134937"/>
            </a:xfrm>
            <a:custGeom>
              <a:rect b="b" l="l" r="r" t="t"/>
              <a:pathLst>
                <a:path extrusionOk="0" h="38" w="39">
                  <a:moveTo>
                    <a:pt x="39" y="13"/>
                  </a:moveTo>
                  <a:cubicBezTo>
                    <a:pt x="26" y="0"/>
                    <a:pt x="26" y="0"/>
                    <a:pt x="26" y="0"/>
                  </a:cubicBezTo>
                  <a:cubicBezTo>
                    <a:pt x="0" y="0"/>
                    <a:pt x="0" y="0"/>
                    <a:pt x="0" y="0"/>
                  </a:cubicBezTo>
                  <a:cubicBezTo>
                    <a:pt x="38" y="38"/>
                    <a:pt x="38" y="38"/>
                    <a:pt x="38" y="38"/>
                  </a:cubicBezTo>
                  <a:cubicBezTo>
                    <a:pt x="39" y="30"/>
                    <a:pt x="39" y="21"/>
                    <a:pt x="3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35" name="Google Shape;235;p11"/>
            <p:cNvSpPr/>
            <p:nvPr/>
          </p:nvSpPr>
          <p:spPr>
            <a:xfrm>
              <a:off x="3247730" y="2798659"/>
              <a:ext cx="312041" cy="294121"/>
            </a:xfrm>
            <a:custGeom>
              <a:rect b="b" l="l" r="r" t="t"/>
              <a:pathLst>
                <a:path extrusionOk="0" h="83" w="88">
                  <a:moveTo>
                    <a:pt x="0" y="0"/>
                  </a:moveTo>
                  <a:cubicBezTo>
                    <a:pt x="83" y="83"/>
                    <a:pt x="83" y="83"/>
                    <a:pt x="83" y="83"/>
                  </a:cubicBezTo>
                  <a:cubicBezTo>
                    <a:pt x="85" y="76"/>
                    <a:pt x="86" y="69"/>
                    <a:pt x="88" y="6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36" name="Google Shape;236;p11"/>
            <p:cNvSpPr/>
            <p:nvPr/>
          </p:nvSpPr>
          <p:spPr>
            <a:xfrm>
              <a:off x="3060084" y="2798659"/>
              <a:ext cx="460682" cy="436437"/>
            </a:xfrm>
            <a:custGeom>
              <a:rect b="b" l="l" r="r" t="t"/>
              <a:pathLst>
                <a:path extrusionOk="0" h="123" w="130">
                  <a:moveTo>
                    <a:pt x="0" y="0"/>
                  </a:moveTo>
                  <a:cubicBezTo>
                    <a:pt x="123" y="123"/>
                    <a:pt x="123" y="123"/>
                    <a:pt x="123" y="123"/>
                  </a:cubicBezTo>
                  <a:cubicBezTo>
                    <a:pt x="126" y="116"/>
                    <a:pt x="128" y="110"/>
                    <a:pt x="130" y="103"/>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37" name="Google Shape;237;p11"/>
            <p:cNvSpPr/>
            <p:nvPr/>
          </p:nvSpPr>
          <p:spPr>
            <a:xfrm>
              <a:off x="2875600" y="2798659"/>
              <a:ext cx="591402" cy="556615"/>
            </a:xfrm>
            <a:custGeom>
              <a:rect b="b" l="l" r="r" t="t"/>
              <a:pathLst>
                <a:path extrusionOk="0" h="157" w="167">
                  <a:moveTo>
                    <a:pt x="0" y="0"/>
                  </a:moveTo>
                  <a:cubicBezTo>
                    <a:pt x="158" y="157"/>
                    <a:pt x="158" y="157"/>
                    <a:pt x="158" y="157"/>
                  </a:cubicBezTo>
                  <a:cubicBezTo>
                    <a:pt x="161" y="152"/>
                    <a:pt x="164" y="146"/>
                    <a:pt x="167" y="140"/>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38" name="Google Shape;238;p11"/>
            <p:cNvSpPr/>
            <p:nvPr/>
          </p:nvSpPr>
          <p:spPr>
            <a:xfrm>
              <a:off x="2691116" y="2798659"/>
              <a:ext cx="705255" cy="667306"/>
            </a:xfrm>
            <a:custGeom>
              <a:rect b="b" l="l" r="r" t="t"/>
              <a:pathLst>
                <a:path extrusionOk="0" h="188" w="199">
                  <a:moveTo>
                    <a:pt x="0" y="0"/>
                  </a:moveTo>
                  <a:cubicBezTo>
                    <a:pt x="188" y="188"/>
                    <a:pt x="188" y="188"/>
                    <a:pt x="188" y="188"/>
                  </a:cubicBezTo>
                  <a:cubicBezTo>
                    <a:pt x="192" y="183"/>
                    <a:pt x="196" y="178"/>
                    <a:pt x="199" y="173"/>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39" name="Google Shape;239;p11"/>
            <p:cNvSpPr/>
            <p:nvPr/>
          </p:nvSpPr>
          <p:spPr>
            <a:xfrm>
              <a:off x="2506633" y="2798659"/>
              <a:ext cx="808566" cy="763238"/>
            </a:xfrm>
            <a:custGeom>
              <a:rect b="b" l="l" r="r" t="t"/>
              <a:pathLst>
                <a:path extrusionOk="0" h="215" w="228">
                  <a:moveTo>
                    <a:pt x="0" y="0"/>
                  </a:moveTo>
                  <a:cubicBezTo>
                    <a:pt x="215" y="215"/>
                    <a:pt x="215" y="215"/>
                    <a:pt x="215" y="215"/>
                  </a:cubicBezTo>
                  <a:cubicBezTo>
                    <a:pt x="217" y="213"/>
                    <a:pt x="219" y="210"/>
                    <a:pt x="222" y="208"/>
                  </a:cubicBezTo>
                  <a:cubicBezTo>
                    <a:pt x="224" y="206"/>
                    <a:pt x="226" y="204"/>
                    <a:pt x="228" y="20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40" name="Google Shape;240;p11"/>
            <p:cNvSpPr/>
            <p:nvPr/>
          </p:nvSpPr>
          <p:spPr>
            <a:xfrm>
              <a:off x="2322149" y="2798659"/>
              <a:ext cx="897118" cy="844412"/>
            </a:xfrm>
            <a:custGeom>
              <a:rect b="b" l="l" r="r" t="t"/>
              <a:pathLst>
                <a:path extrusionOk="0" h="238" w="253">
                  <a:moveTo>
                    <a:pt x="0" y="0"/>
                  </a:moveTo>
                  <a:cubicBezTo>
                    <a:pt x="238" y="238"/>
                    <a:pt x="238" y="238"/>
                    <a:pt x="238" y="238"/>
                  </a:cubicBezTo>
                  <a:cubicBezTo>
                    <a:pt x="243" y="234"/>
                    <a:pt x="248" y="231"/>
                    <a:pt x="253" y="227"/>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41" name="Google Shape;241;p11"/>
            <p:cNvSpPr/>
            <p:nvPr/>
          </p:nvSpPr>
          <p:spPr>
            <a:xfrm>
              <a:off x="2137666" y="2798659"/>
              <a:ext cx="975128" cy="916097"/>
            </a:xfrm>
            <a:custGeom>
              <a:rect b="b" l="l" r="r" t="t"/>
              <a:pathLst>
                <a:path extrusionOk="0" h="258" w="275">
                  <a:moveTo>
                    <a:pt x="0" y="0"/>
                  </a:moveTo>
                  <a:cubicBezTo>
                    <a:pt x="258" y="258"/>
                    <a:pt x="258" y="258"/>
                    <a:pt x="258" y="258"/>
                  </a:cubicBezTo>
                  <a:cubicBezTo>
                    <a:pt x="263" y="255"/>
                    <a:pt x="269" y="252"/>
                    <a:pt x="275" y="248"/>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42" name="Google Shape;242;p11"/>
            <p:cNvSpPr/>
            <p:nvPr/>
          </p:nvSpPr>
          <p:spPr>
            <a:xfrm>
              <a:off x="1953182" y="2798659"/>
              <a:ext cx="1035217" cy="968806"/>
            </a:xfrm>
            <a:custGeom>
              <a:rect b="b" l="l" r="r" t="t"/>
              <a:pathLst>
                <a:path extrusionOk="0" h="273" w="292">
                  <a:moveTo>
                    <a:pt x="0" y="0"/>
                  </a:moveTo>
                  <a:cubicBezTo>
                    <a:pt x="273" y="273"/>
                    <a:pt x="273" y="273"/>
                    <a:pt x="273" y="273"/>
                  </a:cubicBezTo>
                  <a:cubicBezTo>
                    <a:pt x="279" y="271"/>
                    <a:pt x="286" y="268"/>
                    <a:pt x="292" y="266"/>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43" name="Google Shape;243;p11"/>
            <p:cNvSpPr/>
            <p:nvPr/>
          </p:nvSpPr>
          <p:spPr>
            <a:xfrm>
              <a:off x="1765536" y="2798659"/>
              <a:ext cx="1084764" cy="1004649"/>
            </a:xfrm>
            <a:custGeom>
              <a:rect b="b" l="l" r="r" t="t"/>
              <a:pathLst>
                <a:path extrusionOk="0" h="283" w="306">
                  <a:moveTo>
                    <a:pt x="0" y="0"/>
                  </a:moveTo>
                  <a:cubicBezTo>
                    <a:pt x="284" y="283"/>
                    <a:pt x="284" y="283"/>
                    <a:pt x="284" y="283"/>
                  </a:cubicBezTo>
                  <a:cubicBezTo>
                    <a:pt x="291" y="282"/>
                    <a:pt x="299" y="281"/>
                    <a:pt x="306" y="279"/>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44" name="Google Shape;244;p11"/>
            <p:cNvSpPr/>
            <p:nvPr/>
          </p:nvSpPr>
          <p:spPr>
            <a:xfrm>
              <a:off x="1673821" y="2798659"/>
              <a:ext cx="1017295" cy="1018353"/>
            </a:xfrm>
            <a:custGeom>
              <a:rect b="b" l="l" r="r" t="t"/>
              <a:pathLst>
                <a:path extrusionOk="0" h="287" w="287">
                  <a:moveTo>
                    <a:pt x="0" y="26"/>
                  </a:moveTo>
                  <a:cubicBezTo>
                    <a:pt x="261" y="286"/>
                    <a:pt x="261" y="286"/>
                    <a:pt x="261" y="286"/>
                  </a:cubicBezTo>
                  <a:cubicBezTo>
                    <a:pt x="270" y="287"/>
                    <a:pt x="278" y="286"/>
                    <a:pt x="287" y="286"/>
                  </a:cubicBezTo>
                  <a:cubicBezTo>
                    <a:pt x="1" y="0"/>
                    <a:pt x="1" y="0"/>
                    <a:pt x="1" y="0"/>
                  </a:cubicBezTo>
                  <a:cubicBezTo>
                    <a:pt x="0" y="9"/>
                    <a:pt x="0" y="17"/>
                    <a:pt x="0"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45" name="Google Shape;245;p11"/>
            <p:cNvSpPr/>
            <p:nvPr/>
          </p:nvSpPr>
          <p:spPr>
            <a:xfrm>
              <a:off x="1684363" y="2990523"/>
              <a:ext cx="814891" cy="815948"/>
            </a:xfrm>
            <a:custGeom>
              <a:rect b="b" l="l" r="r" t="t"/>
              <a:pathLst>
                <a:path extrusionOk="0" h="230" w="230">
                  <a:moveTo>
                    <a:pt x="6" y="32"/>
                  </a:moveTo>
                  <a:cubicBezTo>
                    <a:pt x="197" y="224"/>
                    <a:pt x="197" y="224"/>
                    <a:pt x="197" y="224"/>
                  </a:cubicBezTo>
                  <a:cubicBezTo>
                    <a:pt x="208" y="227"/>
                    <a:pt x="219" y="229"/>
                    <a:pt x="230" y="230"/>
                  </a:cubicBezTo>
                  <a:cubicBezTo>
                    <a:pt x="0" y="0"/>
                    <a:pt x="0" y="0"/>
                    <a:pt x="0" y="0"/>
                  </a:cubicBezTo>
                  <a:cubicBezTo>
                    <a:pt x="1" y="11"/>
                    <a:pt x="3" y="22"/>
                    <a:pt x="6" y="3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46" name="Google Shape;246;p11"/>
            <p:cNvSpPr/>
            <p:nvPr/>
          </p:nvSpPr>
          <p:spPr>
            <a:xfrm>
              <a:off x="1751832" y="3245638"/>
              <a:ext cx="492308" cy="490202"/>
            </a:xfrm>
            <a:custGeom>
              <a:rect b="b" l="l" r="r" t="t"/>
              <a:pathLst>
                <a:path extrusionOk="0" h="138" w="139">
                  <a:moveTo>
                    <a:pt x="57" y="82"/>
                  </a:moveTo>
                  <a:cubicBezTo>
                    <a:pt x="81" y="107"/>
                    <a:pt x="109" y="125"/>
                    <a:pt x="139" y="138"/>
                  </a:cubicBezTo>
                  <a:cubicBezTo>
                    <a:pt x="0" y="0"/>
                    <a:pt x="0" y="0"/>
                    <a:pt x="0" y="0"/>
                  </a:cubicBezTo>
                  <a:cubicBezTo>
                    <a:pt x="13" y="30"/>
                    <a:pt x="32" y="58"/>
                    <a:pt x="57"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247" name="Google Shape;247;p11"/>
          <p:cNvGrpSpPr/>
          <p:nvPr/>
        </p:nvGrpSpPr>
        <p:grpSpPr>
          <a:xfrm>
            <a:off x="1036958" y="4293075"/>
            <a:ext cx="1695739" cy="850424"/>
            <a:chOff x="6169550" y="2667607"/>
            <a:chExt cx="1032413" cy="517731"/>
          </a:xfrm>
        </p:grpSpPr>
        <p:sp>
          <p:nvSpPr>
            <p:cNvPr id="248" name="Google Shape;248;p11"/>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11"/>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11"/>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11"/>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11"/>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11"/>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11"/>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11"/>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11"/>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11"/>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11"/>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11"/>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11"/>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11"/>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11"/>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11"/>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11"/>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11"/>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11"/>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11"/>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11"/>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69" name="Google Shape;269;p11"/>
          <p:cNvSpPr/>
          <p:nvPr/>
        </p:nvSpPr>
        <p:spPr>
          <a:xfrm>
            <a:off x="8206446" y="1699369"/>
            <a:ext cx="1893330" cy="418516"/>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270" name="Shape 27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71" name="Shape 271"/>
        <p:cNvGrpSpPr/>
        <p:nvPr/>
      </p:nvGrpSpPr>
      <p:grpSpPr>
        <a:xfrm>
          <a:off x="0" y="0"/>
          <a:ext cx="0" cy="0"/>
          <a:chOff x="0" y="0"/>
          <a:chExt cx="0" cy="0"/>
        </a:xfrm>
      </p:grpSpPr>
      <p:sp>
        <p:nvSpPr>
          <p:cNvPr id="272" name="Google Shape;272;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Sora ExtraBold"/>
              <a:buNone/>
              <a:defRPr b="0">
                <a:latin typeface="Sora ExtraBold"/>
                <a:ea typeface="Sora ExtraBold"/>
                <a:cs typeface="Sora ExtraBold"/>
                <a:sym typeface="Sora ExtraBold"/>
              </a:defRPr>
            </a:lvl2pPr>
            <a:lvl3pPr lvl="2" rtl="0">
              <a:spcBef>
                <a:spcPts val="0"/>
              </a:spcBef>
              <a:spcAft>
                <a:spcPts val="0"/>
              </a:spcAft>
              <a:buSzPts val="3000"/>
              <a:buFont typeface="Sora ExtraBold"/>
              <a:buNone/>
              <a:defRPr b="0">
                <a:latin typeface="Sora ExtraBold"/>
                <a:ea typeface="Sora ExtraBold"/>
                <a:cs typeface="Sora ExtraBold"/>
                <a:sym typeface="Sora ExtraBold"/>
              </a:defRPr>
            </a:lvl3pPr>
            <a:lvl4pPr lvl="3" rtl="0">
              <a:spcBef>
                <a:spcPts val="0"/>
              </a:spcBef>
              <a:spcAft>
                <a:spcPts val="0"/>
              </a:spcAft>
              <a:buSzPts val="3000"/>
              <a:buFont typeface="Sora ExtraBold"/>
              <a:buNone/>
              <a:defRPr b="0">
                <a:latin typeface="Sora ExtraBold"/>
                <a:ea typeface="Sora ExtraBold"/>
                <a:cs typeface="Sora ExtraBold"/>
                <a:sym typeface="Sora ExtraBold"/>
              </a:defRPr>
            </a:lvl4pPr>
            <a:lvl5pPr lvl="4" rtl="0">
              <a:spcBef>
                <a:spcPts val="0"/>
              </a:spcBef>
              <a:spcAft>
                <a:spcPts val="0"/>
              </a:spcAft>
              <a:buSzPts val="3000"/>
              <a:buFont typeface="Sora ExtraBold"/>
              <a:buNone/>
              <a:defRPr b="0">
                <a:latin typeface="Sora ExtraBold"/>
                <a:ea typeface="Sora ExtraBold"/>
                <a:cs typeface="Sora ExtraBold"/>
                <a:sym typeface="Sora ExtraBold"/>
              </a:defRPr>
            </a:lvl5pPr>
            <a:lvl6pPr lvl="5" rtl="0">
              <a:spcBef>
                <a:spcPts val="0"/>
              </a:spcBef>
              <a:spcAft>
                <a:spcPts val="0"/>
              </a:spcAft>
              <a:buSzPts val="3000"/>
              <a:buFont typeface="Sora ExtraBold"/>
              <a:buNone/>
              <a:defRPr b="0">
                <a:latin typeface="Sora ExtraBold"/>
                <a:ea typeface="Sora ExtraBold"/>
                <a:cs typeface="Sora ExtraBold"/>
                <a:sym typeface="Sora ExtraBold"/>
              </a:defRPr>
            </a:lvl6pPr>
            <a:lvl7pPr lvl="6" rtl="0">
              <a:spcBef>
                <a:spcPts val="0"/>
              </a:spcBef>
              <a:spcAft>
                <a:spcPts val="0"/>
              </a:spcAft>
              <a:buSzPts val="3000"/>
              <a:buFont typeface="Sora ExtraBold"/>
              <a:buNone/>
              <a:defRPr b="0">
                <a:latin typeface="Sora ExtraBold"/>
                <a:ea typeface="Sora ExtraBold"/>
                <a:cs typeface="Sora ExtraBold"/>
                <a:sym typeface="Sora ExtraBold"/>
              </a:defRPr>
            </a:lvl7pPr>
            <a:lvl8pPr lvl="7" rtl="0">
              <a:spcBef>
                <a:spcPts val="0"/>
              </a:spcBef>
              <a:spcAft>
                <a:spcPts val="0"/>
              </a:spcAft>
              <a:buSzPts val="3000"/>
              <a:buFont typeface="Sora ExtraBold"/>
              <a:buNone/>
              <a:defRPr b="0">
                <a:latin typeface="Sora ExtraBold"/>
                <a:ea typeface="Sora ExtraBold"/>
                <a:cs typeface="Sora ExtraBold"/>
                <a:sym typeface="Sora ExtraBold"/>
              </a:defRPr>
            </a:lvl8pPr>
            <a:lvl9pPr lvl="8" rtl="0">
              <a:spcBef>
                <a:spcPts val="0"/>
              </a:spcBef>
              <a:spcAft>
                <a:spcPts val="0"/>
              </a:spcAft>
              <a:buSzPts val="3000"/>
              <a:buFont typeface="Sora ExtraBold"/>
              <a:buNone/>
              <a:defRPr b="0">
                <a:latin typeface="Sora ExtraBold"/>
                <a:ea typeface="Sora ExtraBold"/>
                <a:cs typeface="Sora ExtraBold"/>
                <a:sym typeface="Sora ExtraBold"/>
              </a:defRPr>
            </a:lvl9pPr>
          </a:lstStyle>
          <a:p/>
        </p:txBody>
      </p:sp>
      <p:sp>
        <p:nvSpPr>
          <p:cNvPr id="273" name="Google Shape;273;p13"/>
          <p:cNvSpPr txBox="1"/>
          <p:nvPr>
            <p:ph hasCustomPrompt="1" idx="2" type="title"/>
          </p:nvPr>
        </p:nvSpPr>
        <p:spPr>
          <a:xfrm>
            <a:off x="1050025" y="1686525"/>
            <a:ext cx="575100" cy="5094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spcBef>
                <a:spcPts val="0"/>
              </a:spcBef>
              <a:spcAft>
                <a:spcPts val="0"/>
              </a:spcAft>
              <a:buSzPts val="3000"/>
              <a:buFont typeface="Sora ExtraBold"/>
              <a:buNone/>
              <a:defRPr b="0" sz="3000">
                <a:latin typeface="Sora ExtraBold"/>
                <a:ea typeface="Sora ExtraBold"/>
                <a:cs typeface="Sora ExtraBold"/>
                <a:sym typeface="Sora ExtraBold"/>
              </a:defRPr>
            </a:lvl2pPr>
            <a:lvl3pPr lvl="2" rtl="0">
              <a:spcBef>
                <a:spcPts val="0"/>
              </a:spcBef>
              <a:spcAft>
                <a:spcPts val="0"/>
              </a:spcAft>
              <a:buSzPts val="3000"/>
              <a:buFont typeface="Sora ExtraBold"/>
              <a:buNone/>
              <a:defRPr b="0" sz="3000">
                <a:latin typeface="Sora ExtraBold"/>
                <a:ea typeface="Sora ExtraBold"/>
                <a:cs typeface="Sora ExtraBold"/>
                <a:sym typeface="Sora ExtraBold"/>
              </a:defRPr>
            </a:lvl3pPr>
            <a:lvl4pPr lvl="3" rtl="0">
              <a:spcBef>
                <a:spcPts val="0"/>
              </a:spcBef>
              <a:spcAft>
                <a:spcPts val="0"/>
              </a:spcAft>
              <a:buSzPts val="3000"/>
              <a:buFont typeface="Sora ExtraBold"/>
              <a:buNone/>
              <a:defRPr b="0" sz="3000">
                <a:latin typeface="Sora ExtraBold"/>
                <a:ea typeface="Sora ExtraBold"/>
                <a:cs typeface="Sora ExtraBold"/>
                <a:sym typeface="Sora ExtraBold"/>
              </a:defRPr>
            </a:lvl4pPr>
            <a:lvl5pPr lvl="4" rtl="0">
              <a:spcBef>
                <a:spcPts val="0"/>
              </a:spcBef>
              <a:spcAft>
                <a:spcPts val="0"/>
              </a:spcAft>
              <a:buSzPts val="3000"/>
              <a:buFont typeface="Sora ExtraBold"/>
              <a:buNone/>
              <a:defRPr b="0" sz="3000">
                <a:latin typeface="Sora ExtraBold"/>
                <a:ea typeface="Sora ExtraBold"/>
                <a:cs typeface="Sora ExtraBold"/>
                <a:sym typeface="Sora ExtraBold"/>
              </a:defRPr>
            </a:lvl5pPr>
            <a:lvl6pPr lvl="5" rtl="0">
              <a:spcBef>
                <a:spcPts val="0"/>
              </a:spcBef>
              <a:spcAft>
                <a:spcPts val="0"/>
              </a:spcAft>
              <a:buSzPts val="3000"/>
              <a:buFont typeface="Sora ExtraBold"/>
              <a:buNone/>
              <a:defRPr b="0" sz="3000">
                <a:latin typeface="Sora ExtraBold"/>
                <a:ea typeface="Sora ExtraBold"/>
                <a:cs typeface="Sora ExtraBold"/>
                <a:sym typeface="Sora ExtraBold"/>
              </a:defRPr>
            </a:lvl6pPr>
            <a:lvl7pPr lvl="6" rtl="0">
              <a:spcBef>
                <a:spcPts val="0"/>
              </a:spcBef>
              <a:spcAft>
                <a:spcPts val="0"/>
              </a:spcAft>
              <a:buSzPts val="3000"/>
              <a:buFont typeface="Sora ExtraBold"/>
              <a:buNone/>
              <a:defRPr b="0" sz="3000">
                <a:latin typeface="Sora ExtraBold"/>
                <a:ea typeface="Sora ExtraBold"/>
                <a:cs typeface="Sora ExtraBold"/>
                <a:sym typeface="Sora ExtraBold"/>
              </a:defRPr>
            </a:lvl7pPr>
            <a:lvl8pPr lvl="7" rtl="0">
              <a:spcBef>
                <a:spcPts val="0"/>
              </a:spcBef>
              <a:spcAft>
                <a:spcPts val="0"/>
              </a:spcAft>
              <a:buSzPts val="3000"/>
              <a:buFont typeface="Sora ExtraBold"/>
              <a:buNone/>
              <a:defRPr b="0" sz="3000">
                <a:latin typeface="Sora ExtraBold"/>
                <a:ea typeface="Sora ExtraBold"/>
                <a:cs typeface="Sora ExtraBold"/>
                <a:sym typeface="Sora ExtraBold"/>
              </a:defRPr>
            </a:lvl8pPr>
            <a:lvl9pPr lvl="8" rtl="0">
              <a:spcBef>
                <a:spcPts val="0"/>
              </a:spcBef>
              <a:spcAft>
                <a:spcPts val="0"/>
              </a:spcAft>
              <a:buSzPts val="3000"/>
              <a:buFont typeface="Sora ExtraBold"/>
              <a:buNone/>
              <a:defRPr b="0" sz="3000">
                <a:latin typeface="Sora ExtraBold"/>
                <a:ea typeface="Sora ExtraBold"/>
                <a:cs typeface="Sora ExtraBold"/>
                <a:sym typeface="Sora ExtraBold"/>
              </a:defRPr>
            </a:lvl9pPr>
          </a:lstStyle>
          <a:p>
            <a:r>
              <a:t>xx%</a:t>
            </a:r>
          </a:p>
        </p:txBody>
      </p:sp>
      <p:sp>
        <p:nvSpPr>
          <p:cNvPr id="274" name="Google Shape;274;p13"/>
          <p:cNvSpPr txBox="1"/>
          <p:nvPr>
            <p:ph hasCustomPrompt="1" idx="3" type="title"/>
          </p:nvPr>
        </p:nvSpPr>
        <p:spPr>
          <a:xfrm>
            <a:off x="1050025" y="2947600"/>
            <a:ext cx="575100" cy="5094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spcBef>
                <a:spcPts val="0"/>
              </a:spcBef>
              <a:spcAft>
                <a:spcPts val="0"/>
              </a:spcAft>
              <a:buSzPts val="3000"/>
              <a:buFont typeface="Sora ExtraBold"/>
              <a:buNone/>
              <a:defRPr b="0" sz="3000">
                <a:latin typeface="Sora ExtraBold"/>
                <a:ea typeface="Sora ExtraBold"/>
                <a:cs typeface="Sora ExtraBold"/>
                <a:sym typeface="Sora ExtraBold"/>
              </a:defRPr>
            </a:lvl2pPr>
            <a:lvl3pPr lvl="2" rtl="0">
              <a:spcBef>
                <a:spcPts val="0"/>
              </a:spcBef>
              <a:spcAft>
                <a:spcPts val="0"/>
              </a:spcAft>
              <a:buSzPts val="3000"/>
              <a:buFont typeface="Sora ExtraBold"/>
              <a:buNone/>
              <a:defRPr b="0" sz="3000">
                <a:latin typeface="Sora ExtraBold"/>
                <a:ea typeface="Sora ExtraBold"/>
                <a:cs typeface="Sora ExtraBold"/>
                <a:sym typeface="Sora ExtraBold"/>
              </a:defRPr>
            </a:lvl3pPr>
            <a:lvl4pPr lvl="3" rtl="0">
              <a:spcBef>
                <a:spcPts val="0"/>
              </a:spcBef>
              <a:spcAft>
                <a:spcPts val="0"/>
              </a:spcAft>
              <a:buSzPts val="3000"/>
              <a:buFont typeface="Sora ExtraBold"/>
              <a:buNone/>
              <a:defRPr b="0" sz="3000">
                <a:latin typeface="Sora ExtraBold"/>
                <a:ea typeface="Sora ExtraBold"/>
                <a:cs typeface="Sora ExtraBold"/>
                <a:sym typeface="Sora ExtraBold"/>
              </a:defRPr>
            </a:lvl4pPr>
            <a:lvl5pPr lvl="4" rtl="0">
              <a:spcBef>
                <a:spcPts val="0"/>
              </a:spcBef>
              <a:spcAft>
                <a:spcPts val="0"/>
              </a:spcAft>
              <a:buSzPts val="3000"/>
              <a:buFont typeface="Sora ExtraBold"/>
              <a:buNone/>
              <a:defRPr b="0" sz="3000">
                <a:latin typeface="Sora ExtraBold"/>
                <a:ea typeface="Sora ExtraBold"/>
                <a:cs typeface="Sora ExtraBold"/>
                <a:sym typeface="Sora ExtraBold"/>
              </a:defRPr>
            </a:lvl5pPr>
            <a:lvl6pPr lvl="5" rtl="0">
              <a:spcBef>
                <a:spcPts val="0"/>
              </a:spcBef>
              <a:spcAft>
                <a:spcPts val="0"/>
              </a:spcAft>
              <a:buSzPts val="3000"/>
              <a:buFont typeface="Sora ExtraBold"/>
              <a:buNone/>
              <a:defRPr b="0" sz="3000">
                <a:latin typeface="Sora ExtraBold"/>
                <a:ea typeface="Sora ExtraBold"/>
                <a:cs typeface="Sora ExtraBold"/>
                <a:sym typeface="Sora ExtraBold"/>
              </a:defRPr>
            </a:lvl6pPr>
            <a:lvl7pPr lvl="6" rtl="0">
              <a:spcBef>
                <a:spcPts val="0"/>
              </a:spcBef>
              <a:spcAft>
                <a:spcPts val="0"/>
              </a:spcAft>
              <a:buSzPts val="3000"/>
              <a:buFont typeface="Sora ExtraBold"/>
              <a:buNone/>
              <a:defRPr b="0" sz="3000">
                <a:latin typeface="Sora ExtraBold"/>
                <a:ea typeface="Sora ExtraBold"/>
                <a:cs typeface="Sora ExtraBold"/>
                <a:sym typeface="Sora ExtraBold"/>
              </a:defRPr>
            </a:lvl7pPr>
            <a:lvl8pPr lvl="7" rtl="0">
              <a:spcBef>
                <a:spcPts val="0"/>
              </a:spcBef>
              <a:spcAft>
                <a:spcPts val="0"/>
              </a:spcAft>
              <a:buSzPts val="3000"/>
              <a:buFont typeface="Sora ExtraBold"/>
              <a:buNone/>
              <a:defRPr b="0" sz="3000">
                <a:latin typeface="Sora ExtraBold"/>
                <a:ea typeface="Sora ExtraBold"/>
                <a:cs typeface="Sora ExtraBold"/>
                <a:sym typeface="Sora ExtraBold"/>
              </a:defRPr>
            </a:lvl8pPr>
            <a:lvl9pPr lvl="8" rtl="0">
              <a:spcBef>
                <a:spcPts val="0"/>
              </a:spcBef>
              <a:spcAft>
                <a:spcPts val="0"/>
              </a:spcAft>
              <a:buSzPts val="3000"/>
              <a:buFont typeface="Sora ExtraBold"/>
              <a:buNone/>
              <a:defRPr b="0" sz="3000">
                <a:latin typeface="Sora ExtraBold"/>
                <a:ea typeface="Sora ExtraBold"/>
                <a:cs typeface="Sora ExtraBold"/>
                <a:sym typeface="Sora ExtraBold"/>
              </a:defRPr>
            </a:lvl9pPr>
          </a:lstStyle>
          <a:p>
            <a:r>
              <a:t>xx%</a:t>
            </a:r>
          </a:p>
        </p:txBody>
      </p:sp>
      <p:sp>
        <p:nvSpPr>
          <p:cNvPr id="275" name="Google Shape;275;p13"/>
          <p:cNvSpPr txBox="1"/>
          <p:nvPr>
            <p:ph hasCustomPrompt="1" idx="4" type="title"/>
          </p:nvPr>
        </p:nvSpPr>
        <p:spPr>
          <a:xfrm>
            <a:off x="3588650" y="1686525"/>
            <a:ext cx="575100" cy="5094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spcBef>
                <a:spcPts val="0"/>
              </a:spcBef>
              <a:spcAft>
                <a:spcPts val="0"/>
              </a:spcAft>
              <a:buSzPts val="3000"/>
              <a:buFont typeface="Sora ExtraBold"/>
              <a:buNone/>
              <a:defRPr b="0" sz="3000">
                <a:latin typeface="Sora ExtraBold"/>
                <a:ea typeface="Sora ExtraBold"/>
                <a:cs typeface="Sora ExtraBold"/>
                <a:sym typeface="Sora ExtraBold"/>
              </a:defRPr>
            </a:lvl2pPr>
            <a:lvl3pPr lvl="2" rtl="0">
              <a:spcBef>
                <a:spcPts val="0"/>
              </a:spcBef>
              <a:spcAft>
                <a:spcPts val="0"/>
              </a:spcAft>
              <a:buSzPts val="3000"/>
              <a:buFont typeface="Sora ExtraBold"/>
              <a:buNone/>
              <a:defRPr b="0" sz="3000">
                <a:latin typeface="Sora ExtraBold"/>
                <a:ea typeface="Sora ExtraBold"/>
                <a:cs typeface="Sora ExtraBold"/>
                <a:sym typeface="Sora ExtraBold"/>
              </a:defRPr>
            </a:lvl3pPr>
            <a:lvl4pPr lvl="3" rtl="0">
              <a:spcBef>
                <a:spcPts val="0"/>
              </a:spcBef>
              <a:spcAft>
                <a:spcPts val="0"/>
              </a:spcAft>
              <a:buSzPts val="3000"/>
              <a:buFont typeface="Sora ExtraBold"/>
              <a:buNone/>
              <a:defRPr b="0" sz="3000">
                <a:latin typeface="Sora ExtraBold"/>
                <a:ea typeface="Sora ExtraBold"/>
                <a:cs typeface="Sora ExtraBold"/>
                <a:sym typeface="Sora ExtraBold"/>
              </a:defRPr>
            </a:lvl4pPr>
            <a:lvl5pPr lvl="4" rtl="0">
              <a:spcBef>
                <a:spcPts val="0"/>
              </a:spcBef>
              <a:spcAft>
                <a:spcPts val="0"/>
              </a:spcAft>
              <a:buSzPts val="3000"/>
              <a:buFont typeface="Sora ExtraBold"/>
              <a:buNone/>
              <a:defRPr b="0" sz="3000">
                <a:latin typeface="Sora ExtraBold"/>
                <a:ea typeface="Sora ExtraBold"/>
                <a:cs typeface="Sora ExtraBold"/>
                <a:sym typeface="Sora ExtraBold"/>
              </a:defRPr>
            </a:lvl5pPr>
            <a:lvl6pPr lvl="5" rtl="0">
              <a:spcBef>
                <a:spcPts val="0"/>
              </a:spcBef>
              <a:spcAft>
                <a:spcPts val="0"/>
              </a:spcAft>
              <a:buSzPts val="3000"/>
              <a:buFont typeface="Sora ExtraBold"/>
              <a:buNone/>
              <a:defRPr b="0" sz="3000">
                <a:latin typeface="Sora ExtraBold"/>
                <a:ea typeface="Sora ExtraBold"/>
                <a:cs typeface="Sora ExtraBold"/>
                <a:sym typeface="Sora ExtraBold"/>
              </a:defRPr>
            </a:lvl6pPr>
            <a:lvl7pPr lvl="6" rtl="0">
              <a:spcBef>
                <a:spcPts val="0"/>
              </a:spcBef>
              <a:spcAft>
                <a:spcPts val="0"/>
              </a:spcAft>
              <a:buSzPts val="3000"/>
              <a:buFont typeface="Sora ExtraBold"/>
              <a:buNone/>
              <a:defRPr b="0" sz="3000">
                <a:latin typeface="Sora ExtraBold"/>
                <a:ea typeface="Sora ExtraBold"/>
                <a:cs typeface="Sora ExtraBold"/>
                <a:sym typeface="Sora ExtraBold"/>
              </a:defRPr>
            </a:lvl7pPr>
            <a:lvl8pPr lvl="7" rtl="0">
              <a:spcBef>
                <a:spcPts val="0"/>
              </a:spcBef>
              <a:spcAft>
                <a:spcPts val="0"/>
              </a:spcAft>
              <a:buSzPts val="3000"/>
              <a:buFont typeface="Sora ExtraBold"/>
              <a:buNone/>
              <a:defRPr b="0" sz="3000">
                <a:latin typeface="Sora ExtraBold"/>
                <a:ea typeface="Sora ExtraBold"/>
                <a:cs typeface="Sora ExtraBold"/>
                <a:sym typeface="Sora ExtraBold"/>
              </a:defRPr>
            </a:lvl8pPr>
            <a:lvl9pPr lvl="8" rtl="0">
              <a:spcBef>
                <a:spcPts val="0"/>
              </a:spcBef>
              <a:spcAft>
                <a:spcPts val="0"/>
              </a:spcAft>
              <a:buSzPts val="3000"/>
              <a:buFont typeface="Sora ExtraBold"/>
              <a:buNone/>
              <a:defRPr b="0" sz="3000">
                <a:latin typeface="Sora ExtraBold"/>
                <a:ea typeface="Sora ExtraBold"/>
                <a:cs typeface="Sora ExtraBold"/>
                <a:sym typeface="Sora ExtraBold"/>
              </a:defRPr>
            </a:lvl9pPr>
          </a:lstStyle>
          <a:p>
            <a:r>
              <a:t>xx%</a:t>
            </a:r>
          </a:p>
        </p:txBody>
      </p:sp>
      <p:sp>
        <p:nvSpPr>
          <p:cNvPr id="276" name="Google Shape;276;p13"/>
          <p:cNvSpPr txBox="1"/>
          <p:nvPr>
            <p:ph hasCustomPrompt="1" idx="5" type="title"/>
          </p:nvPr>
        </p:nvSpPr>
        <p:spPr>
          <a:xfrm>
            <a:off x="3588650" y="2947600"/>
            <a:ext cx="575100" cy="5094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spcBef>
                <a:spcPts val="0"/>
              </a:spcBef>
              <a:spcAft>
                <a:spcPts val="0"/>
              </a:spcAft>
              <a:buSzPts val="3000"/>
              <a:buFont typeface="Sora ExtraBold"/>
              <a:buNone/>
              <a:defRPr b="0" sz="3000">
                <a:latin typeface="Sora ExtraBold"/>
                <a:ea typeface="Sora ExtraBold"/>
                <a:cs typeface="Sora ExtraBold"/>
                <a:sym typeface="Sora ExtraBold"/>
              </a:defRPr>
            </a:lvl2pPr>
            <a:lvl3pPr lvl="2" rtl="0">
              <a:spcBef>
                <a:spcPts val="0"/>
              </a:spcBef>
              <a:spcAft>
                <a:spcPts val="0"/>
              </a:spcAft>
              <a:buSzPts val="3000"/>
              <a:buFont typeface="Sora ExtraBold"/>
              <a:buNone/>
              <a:defRPr b="0" sz="3000">
                <a:latin typeface="Sora ExtraBold"/>
                <a:ea typeface="Sora ExtraBold"/>
                <a:cs typeface="Sora ExtraBold"/>
                <a:sym typeface="Sora ExtraBold"/>
              </a:defRPr>
            </a:lvl3pPr>
            <a:lvl4pPr lvl="3" rtl="0">
              <a:spcBef>
                <a:spcPts val="0"/>
              </a:spcBef>
              <a:spcAft>
                <a:spcPts val="0"/>
              </a:spcAft>
              <a:buSzPts val="3000"/>
              <a:buFont typeface="Sora ExtraBold"/>
              <a:buNone/>
              <a:defRPr b="0" sz="3000">
                <a:latin typeface="Sora ExtraBold"/>
                <a:ea typeface="Sora ExtraBold"/>
                <a:cs typeface="Sora ExtraBold"/>
                <a:sym typeface="Sora ExtraBold"/>
              </a:defRPr>
            </a:lvl4pPr>
            <a:lvl5pPr lvl="4" rtl="0">
              <a:spcBef>
                <a:spcPts val="0"/>
              </a:spcBef>
              <a:spcAft>
                <a:spcPts val="0"/>
              </a:spcAft>
              <a:buSzPts val="3000"/>
              <a:buFont typeface="Sora ExtraBold"/>
              <a:buNone/>
              <a:defRPr b="0" sz="3000">
                <a:latin typeface="Sora ExtraBold"/>
                <a:ea typeface="Sora ExtraBold"/>
                <a:cs typeface="Sora ExtraBold"/>
                <a:sym typeface="Sora ExtraBold"/>
              </a:defRPr>
            </a:lvl5pPr>
            <a:lvl6pPr lvl="5" rtl="0">
              <a:spcBef>
                <a:spcPts val="0"/>
              </a:spcBef>
              <a:spcAft>
                <a:spcPts val="0"/>
              </a:spcAft>
              <a:buSzPts val="3000"/>
              <a:buFont typeface="Sora ExtraBold"/>
              <a:buNone/>
              <a:defRPr b="0" sz="3000">
                <a:latin typeface="Sora ExtraBold"/>
                <a:ea typeface="Sora ExtraBold"/>
                <a:cs typeface="Sora ExtraBold"/>
                <a:sym typeface="Sora ExtraBold"/>
              </a:defRPr>
            </a:lvl6pPr>
            <a:lvl7pPr lvl="6" rtl="0">
              <a:spcBef>
                <a:spcPts val="0"/>
              </a:spcBef>
              <a:spcAft>
                <a:spcPts val="0"/>
              </a:spcAft>
              <a:buSzPts val="3000"/>
              <a:buFont typeface="Sora ExtraBold"/>
              <a:buNone/>
              <a:defRPr b="0" sz="3000">
                <a:latin typeface="Sora ExtraBold"/>
                <a:ea typeface="Sora ExtraBold"/>
                <a:cs typeface="Sora ExtraBold"/>
                <a:sym typeface="Sora ExtraBold"/>
              </a:defRPr>
            </a:lvl7pPr>
            <a:lvl8pPr lvl="7" rtl="0">
              <a:spcBef>
                <a:spcPts val="0"/>
              </a:spcBef>
              <a:spcAft>
                <a:spcPts val="0"/>
              </a:spcAft>
              <a:buSzPts val="3000"/>
              <a:buFont typeface="Sora ExtraBold"/>
              <a:buNone/>
              <a:defRPr b="0" sz="3000">
                <a:latin typeface="Sora ExtraBold"/>
                <a:ea typeface="Sora ExtraBold"/>
                <a:cs typeface="Sora ExtraBold"/>
                <a:sym typeface="Sora ExtraBold"/>
              </a:defRPr>
            </a:lvl8pPr>
            <a:lvl9pPr lvl="8" rtl="0">
              <a:spcBef>
                <a:spcPts val="0"/>
              </a:spcBef>
              <a:spcAft>
                <a:spcPts val="0"/>
              </a:spcAft>
              <a:buSzPts val="3000"/>
              <a:buFont typeface="Sora ExtraBold"/>
              <a:buNone/>
              <a:defRPr b="0" sz="3000">
                <a:latin typeface="Sora ExtraBold"/>
                <a:ea typeface="Sora ExtraBold"/>
                <a:cs typeface="Sora ExtraBold"/>
                <a:sym typeface="Sora ExtraBold"/>
              </a:defRPr>
            </a:lvl9pPr>
          </a:lstStyle>
          <a:p>
            <a:r>
              <a:t>xx%</a:t>
            </a:r>
          </a:p>
        </p:txBody>
      </p:sp>
      <p:sp>
        <p:nvSpPr>
          <p:cNvPr id="277" name="Google Shape;277;p13"/>
          <p:cNvSpPr txBox="1"/>
          <p:nvPr>
            <p:ph hasCustomPrompt="1" idx="6" type="title"/>
          </p:nvPr>
        </p:nvSpPr>
        <p:spPr>
          <a:xfrm>
            <a:off x="6127250" y="1686525"/>
            <a:ext cx="575100" cy="5094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spcBef>
                <a:spcPts val="0"/>
              </a:spcBef>
              <a:spcAft>
                <a:spcPts val="0"/>
              </a:spcAft>
              <a:buSzPts val="3000"/>
              <a:buFont typeface="Sora ExtraBold"/>
              <a:buNone/>
              <a:defRPr b="0" sz="3000">
                <a:latin typeface="Sora ExtraBold"/>
                <a:ea typeface="Sora ExtraBold"/>
                <a:cs typeface="Sora ExtraBold"/>
                <a:sym typeface="Sora ExtraBold"/>
              </a:defRPr>
            </a:lvl2pPr>
            <a:lvl3pPr lvl="2" rtl="0">
              <a:spcBef>
                <a:spcPts val="0"/>
              </a:spcBef>
              <a:spcAft>
                <a:spcPts val="0"/>
              </a:spcAft>
              <a:buSzPts val="3000"/>
              <a:buFont typeface="Sora ExtraBold"/>
              <a:buNone/>
              <a:defRPr b="0" sz="3000">
                <a:latin typeface="Sora ExtraBold"/>
                <a:ea typeface="Sora ExtraBold"/>
                <a:cs typeface="Sora ExtraBold"/>
                <a:sym typeface="Sora ExtraBold"/>
              </a:defRPr>
            </a:lvl3pPr>
            <a:lvl4pPr lvl="3" rtl="0">
              <a:spcBef>
                <a:spcPts val="0"/>
              </a:spcBef>
              <a:spcAft>
                <a:spcPts val="0"/>
              </a:spcAft>
              <a:buSzPts val="3000"/>
              <a:buFont typeface="Sora ExtraBold"/>
              <a:buNone/>
              <a:defRPr b="0" sz="3000">
                <a:latin typeface="Sora ExtraBold"/>
                <a:ea typeface="Sora ExtraBold"/>
                <a:cs typeface="Sora ExtraBold"/>
                <a:sym typeface="Sora ExtraBold"/>
              </a:defRPr>
            </a:lvl4pPr>
            <a:lvl5pPr lvl="4" rtl="0">
              <a:spcBef>
                <a:spcPts val="0"/>
              </a:spcBef>
              <a:spcAft>
                <a:spcPts val="0"/>
              </a:spcAft>
              <a:buSzPts val="3000"/>
              <a:buFont typeface="Sora ExtraBold"/>
              <a:buNone/>
              <a:defRPr b="0" sz="3000">
                <a:latin typeface="Sora ExtraBold"/>
                <a:ea typeface="Sora ExtraBold"/>
                <a:cs typeface="Sora ExtraBold"/>
                <a:sym typeface="Sora ExtraBold"/>
              </a:defRPr>
            </a:lvl5pPr>
            <a:lvl6pPr lvl="5" rtl="0">
              <a:spcBef>
                <a:spcPts val="0"/>
              </a:spcBef>
              <a:spcAft>
                <a:spcPts val="0"/>
              </a:spcAft>
              <a:buSzPts val="3000"/>
              <a:buFont typeface="Sora ExtraBold"/>
              <a:buNone/>
              <a:defRPr b="0" sz="3000">
                <a:latin typeface="Sora ExtraBold"/>
                <a:ea typeface="Sora ExtraBold"/>
                <a:cs typeface="Sora ExtraBold"/>
                <a:sym typeface="Sora ExtraBold"/>
              </a:defRPr>
            </a:lvl6pPr>
            <a:lvl7pPr lvl="6" rtl="0">
              <a:spcBef>
                <a:spcPts val="0"/>
              </a:spcBef>
              <a:spcAft>
                <a:spcPts val="0"/>
              </a:spcAft>
              <a:buSzPts val="3000"/>
              <a:buFont typeface="Sora ExtraBold"/>
              <a:buNone/>
              <a:defRPr b="0" sz="3000">
                <a:latin typeface="Sora ExtraBold"/>
                <a:ea typeface="Sora ExtraBold"/>
                <a:cs typeface="Sora ExtraBold"/>
                <a:sym typeface="Sora ExtraBold"/>
              </a:defRPr>
            </a:lvl7pPr>
            <a:lvl8pPr lvl="7" rtl="0">
              <a:spcBef>
                <a:spcPts val="0"/>
              </a:spcBef>
              <a:spcAft>
                <a:spcPts val="0"/>
              </a:spcAft>
              <a:buSzPts val="3000"/>
              <a:buFont typeface="Sora ExtraBold"/>
              <a:buNone/>
              <a:defRPr b="0" sz="3000">
                <a:latin typeface="Sora ExtraBold"/>
                <a:ea typeface="Sora ExtraBold"/>
                <a:cs typeface="Sora ExtraBold"/>
                <a:sym typeface="Sora ExtraBold"/>
              </a:defRPr>
            </a:lvl8pPr>
            <a:lvl9pPr lvl="8" rtl="0">
              <a:spcBef>
                <a:spcPts val="0"/>
              </a:spcBef>
              <a:spcAft>
                <a:spcPts val="0"/>
              </a:spcAft>
              <a:buSzPts val="3000"/>
              <a:buFont typeface="Sora ExtraBold"/>
              <a:buNone/>
              <a:defRPr b="0" sz="3000">
                <a:latin typeface="Sora ExtraBold"/>
                <a:ea typeface="Sora ExtraBold"/>
                <a:cs typeface="Sora ExtraBold"/>
                <a:sym typeface="Sora ExtraBold"/>
              </a:defRPr>
            </a:lvl9pPr>
          </a:lstStyle>
          <a:p>
            <a:r>
              <a:t>xx%</a:t>
            </a:r>
          </a:p>
        </p:txBody>
      </p:sp>
      <p:sp>
        <p:nvSpPr>
          <p:cNvPr id="278" name="Google Shape;278;p13"/>
          <p:cNvSpPr txBox="1"/>
          <p:nvPr>
            <p:ph hasCustomPrompt="1" idx="7" type="title"/>
          </p:nvPr>
        </p:nvSpPr>
        <p:spPr>
          <a:xfrm>
            <a:off x="6127250" y="2947600"/>
            <a:ext cx="575100" cy="5094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spcBef>
                <a:spcPts val="0"/>
              </a:spcBef>
              <a:spcAft>
                <a:spcPts val="0"/>
              </a:spcAft>
              <a:buSzPts val="3000"/>
              <a:buFont typeface="Sora ExtraBold"/>
              <a:buNone/>
              <a:defRPr b="0" sz="3000">
                <a:latin typeface="Sora ExtraBold"/>
                <a:ea typeface="Sora ExtraBold"/>
                <a:cs typeface="Sora ExtraBold"/>
                <a:sym typeface="Sora ExtraBold"/>
              </a:defRPr>
            </a:lvl2pPr>
            <a:lvl3pPr lvl="2" rtl="0">
              <a:spcBef>
                <a:spcPts val="0"/>
              </a:spcBef>
              <a:spcAft>
                <a:spcPts val="0"/>
              </a:spcAft>
              <a:buSzPts val="3000"/>
              <a:buFont typeface="Sora ExtraBold"/>
              <a:buNone/>
              <a:defRPr b="0" sz="3000">
                <a:latin typeface="Sora ExtraBold"/>
                <a:ea typeface="Sora ExtraBold"/>
                <a:cs typeface="Sora ExtraBold"/>
                <a:sym typeface="Sora ExtraBold"/>
              </a:defRPr>
            </a:lvl3pPr>
            <a:lvl4pPr lvl="3" rtl="0">
              <a:spcBef>
                <a:spcPts val="0"/>
              </a:spcBef>
              <a:spcAft>
                <a:spcPts val="0"/>
              </a:spcAft>
              <a:buSzPts val="3000"/>
              <a:buFont typeface="Sora ExtraBold"/>
              <a:buNone/>
              <a:defRPr b="0" sz="3000">
                <a:latin typeface="Sora ExtraBold"/>
                <a:ea typeface="Sora ExtraBold"/>
                <a:cs typeface="Sora ExtraBold"/>
                <a:sym typeface="Sora ExtraBold"/>
              </a:defRPr>
            </a:lvl4pPr>
            <a:lvl5pPr lvl="4" rtl="0">
              <a:spcBef>
                <a:spcPts val="0"/>
              </a:spcBef>
              <a:spcAft>
                <a:spcPts val="0"/>
              </a:spcAft>
              <a:buSzPts val="3000"/>
              <a:buFont typeface="Sora ExtraBold"/>
              <a:buNone/>
              <a:defRPr b="0" sz="3000">
                <a:latin typeface="Sora ExtraBold"/>
                <a:ea typeface="Sora ExtraBold"/>
                <a:cs typeface="Sora ExtraBold"/>
                <a:sym typeface="Sora ExtraBold"/>
              </a:defRPr>
            </a:lvl5pPr>
            <a:lvl6pPr lvl="5" rtl="0">
              <a:spcBef>
                <a:spcPts val="0"/>
              </a:spcBef>
              <a:spcAft>
                <a:spcPts val="0"/>
              </a:spcAft>
              <a:buSzPts val="3000"/>
              <a:buFont typeface="Sora ExtraBold"/>
              <a:buNone/>
              <a:defRPr b="0" sz="3000">
                <a:latin typeface="Sora ExtraBold"/>
                <a:ea typeface="Sora ExtraBold"/>
                <a:cs typeface="Sora ExtraBold"/>
                <a:sym typeface="Sora ExtraBold"/>
              </a:defRPr>
            </a:lvl6pPr>
            <a:lvl7pPr lvl="6" rtl="0">
              <a:spcBef>
                <a:spcPts val="0"/>
              </a:spcBef>
              <a:spcAft>
                <a:spcPts val="0"/>
              </a:spcAft>
              <a:buSzPts val="3000"/>
              <a:buFont typeface="Sora ExtraBold"/>
              <a:buNone/>
              <a:defRPr b="0" sz="3000">
                <a:latin typeface="Sora ExtraBold"/>
                <a:ea typeface="Sora ExtraBold"/>
                <a:cs typeface="Sora ExtraBold"/>
                <a:sym typeface="Sora ExtraBold"/>
              </a:defRPr>
            </a:lvl7pPr>
            <a:lvl8pPr lvl="7" rtl="0">
              <a:spcBef>
                <a:spcPts val="0"/>
              </a:spcBef>
              <a:spcAft>
                <a:spcPts val="0"/>
              </a:spcAft>
              <a:buSzPts val="3000"/>
              <a:buFont typeface="Sora ExtraBold"/>
              <a:buNone/>
              <a:defRPr b="0" sz="3000">
                <a:latin typeface="Sora ExtraBold"/>
                <a:ea typeface="Sora ExtraBold"/>
                <a:cs typeface="Sora ExtraBold"/>
                <a:sym typeface="Sora ExtraBold"/>
              </a:defRPr>
            </a:lvl8pPr>
            <a:lvl9pPr lvl="8" rtl="0">
              <a:spcBef>
                <a:spcPts val="0"/>
              </a:spcBef>
              <a:spcAft>
                <a:spcPts val="0"/>
              </a:spcAft>
              <a:buSzPts val="3000"/>
              <a:buFont typeface="Sora ExtraBold"/>
              <a:buNone/>
              <a:defRPr b="0" sz="3000">
                <a:latin typeface="Sora ExtraBold"/>
                <a:ea typeface="Sora ExtraBold"/>
                <a:cs typeface="Sora ExtraBold"/>
                <a:sym typeface="Sora ExtraBold"/>
              </a:defRPr>
            </a:lvl9pPr>
          </a:lstStyle>
          <a:p>
            <a:r>
              <a:t>xx%</a:t>
            </a:r>
          </a:p>
        </p:txBody>
      </p:sp>
      <p:sp>
        <p:nvSpPr>
          <p:cNvPr id="279" name="Google Shape;279;p13"/>
          <p:cNvSpPr txBox="1"/>
          <p:nvPr>
            <p:ph idx="1" type="subTitle"/>
          </p:nvPr>
        </p:nvSpPr>
        <p:spPr>
          <a:xfrm>
            <a:off x="945075" y="2207300"/>
            <a:ext cx="2305500" cy="44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280" name="Google Shape;280;p13"/>
          <p:cNvSpPr txBox="1"/>
          <p:nvPr>
            <p:ph idx="8" type="subTitle"/>
          </p:nvPr>
        </p:nvSpPr>
        <p:spPr>
          <a:xfrm>
            <a:off x="3491950" y="2207300"/>
            <a:ext cx="2305500" cy="44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281" name="Google Shape;281;p13"/>
          <p:cNvSpPr txBox="1"/>
          <p:nvPr>
            <p:ph idx="9" type="subTitle"/>
          </p:nvPr>
        </p:nvSpPr>
        <p:spPr>
          <a:xfrm>
            <a:off x="6038825" y="2207300"/>
            <a:ext cx="2305500" cy="44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282" name="Google Shape;282;p13"/>
          <p:cNvSpPr txBox="1"/>
          <p:nvPr>
            <p:ph idx="13" type="subTitle"/>
          </p:nvPr>
        </p:nvSpPr>
        <p:spPr>
          <a:xfrm>
            <a:off x="945075" y="3468300"/>
            <a:ext cx="2305500" cy="44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283" name="Google Shape;283;p13"/>
          <p:cNvSpPr txBox="1"/>
          <p:nvPr>
            <p:ph idx="14" type="subTitle"/>
          </p:nvPr>
        </p:nvSpPr>
        <p:spPr>
          <a:xfrm>
            <a:off x="3491950" y="3468300"/>
            <a:ext cx="2305500" cy="44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284" name="Google Shape;284;p13"/>
          <p:cNvSpPr txBox="1"/>
          <p:nvPr>
            <p:ph idx="15" type="subTitle"/>
          </p:nvPr>
        </p:nvSpPr>
        <p:spPr>
          <a:xfrm>
            <a:off x="6038825" y="3468300"/>
            <a:ext cx="2305500" cy="44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grpSp>
        <p:nvGrpSpPr>
          <p:cNvPr id="285" name="Google Shape;285;p13"/>
          <p:cNvGrpSpPr/>
          <p:nvPr/>
        </p:nvGrpSpPr>
        <p:grpSpPr>
          <a:xfrm rot="10800000">
            <a:off x="-1014652" y="4257645"/>
            <a:ext cx="1972731" cy="1059291"/>
            <a:chOff x="1673821" y="2798659"/>
            <a:chExt cx="1896492" cy="1018353"/>
          </a:xfrm>
        </p:grpSpPr>
        <p:sp>
          <p:nvSpPr>
            <p:cNvPr id="286" name="Google Shape;286;p13"/>
            <p:cNvSpPr/>
            <p:nvPr/>
          </p:nvSpPr>
          <p:spPr>
            <a:xfrm>
              <a:off x="3432214" y="2798659"/>
              <a:ext cx="138099" cy="134937"/>
            </a:xfrm>
            <a:custGeom>
              <a:rect b="b" l="l" r="r" t="t"/>
              <a:pathLst>
                <a:path extrusionOk="0" h="38" w="39">
                  <a:moveTo>
                    <a:pt x="39" y="13"/>
                  </a:moveTo>
                  <a:cubicBezTo>
                    <a:pt x="26" y="0"/>
                    <a:pt x="26" y="0"/>
                    <a:pt x="26" y="0"/>
                  </a:cubicBezTo>
                  <a:cubicBezTo>
                    <a:pt x="0" y="0"/>
                    <a:pt x="0" y="0"/>
                    <a:pt x="0" y="0"/>
                  </a:cubicBezTo>
                  <a:cubicBezTo>
                    <a:pt x="38" y="38"/>
                    <a:pt x="38" y="38"/>
                    <a:pt x="38" y="38"/>
                  </a:cubicBezTo>
                  <a:cubicBezTo>
                    <a:pt x="39" y="30"/>
                    <a:pt x="39" y="21"/>
                    <a:pt x="3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87" name="Google Shape;287;p13"/>
            <p:cNvSpPr/>
            <p:nvPr/>
          </p:nvSpPr>
          <p:spPr>
            <a:xfrm>
              <a:off x="3247730" y="2798659"/>
              <a:ext cx="312041" cy="294121"/>
            </a:xfrm>
            <a:custGeom>
              <a:rect b="b" l="l" r="r" t="t"/>
              <a:pathLst>
                <a:path extrusionOk="0" h="83" w="88">
                  <a:moveTo>
                    <a:pt x="0" y="0"/>
                  </a:moveTo>
                  <a:cubicBezTo>
                    <a:pt x="83" y="83"/>
                    <a:pt x="83" y="83"/>
                    <a:pt x="83" y="83"/>
                  </a:cubicBezTo>
                  <a:cubicBezTo>
                    <a:pt x="85" y="76"/>
                    <a:pt x="86" y="69"/>
                    <a:pt x="88" y="6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88" name="Google Shape;288;p13"/>
            <p:cNvSpPr/>
            <p:nvPr/>
          </p:nvSpPr>
          <p:spPr>
            <a:xfrm>
              <a:off x="3060084" y="2798659"/>
              <a:ext cx="460682" cy="436437"/>
            </a:xfrm>
            <a:custGeom>
              <a:rect b="b" l="l" r="r" t="t"/>
              <a:pathLst>
                <a:path extrusionOk="0" h="123" w="130">
                  <a:moveTo>
                    <a:pt x="0" y="0"/>
                  </a:moveTo>
                  <a:cubicBezTo>
                    <a:pt x="123" y="123"/>
                    <a:pt x="123" y="123"/>
                    <a:pt x="123" y="123"/>
                  </a:cubicBezTo>
                  <a:cubicBezTo>
                    <a:pt x="126" y="116"/>
                    <a:pt x="128" y="110"/>
                    <a:pt x="130" y="103"/>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89" name="Google Shape;289;p13"/>
            <p:cNvSpPr/>
            <p:nvPr/>
          </p:nvSpPr>
          <p:spPr>
            <a:xfrm>
              <a:off x="2875600" y="2798659"/>
              <a:ext cx="591402" cy="556615"/>
            </a:xfrm>
            <a:custGeom>
              <a:rect b="b" l="l" r="r" t="t"/>
              <a:pathLst>
                <a:path extrusionOk="0" h="157" w="167">
                  <a:moveTo>
                    <a:pt x="0" y="0"/>
                  </a:moveTo>
                  <a:cubicBezTo>
                    <a:pt x="158" y="157"/>
                    <a:pt x="158" y="157"/>
                    <a:pt x="158" y="157"/>
                  </a:cubicBezTo>
                  <a:cubicBezTo>
                    <a:pt x="161" y="152"/>
                    <a:pt x="164" y="146"/>
                    <a:pt x="167" y="140"/>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0" name="Google Shape;290;p13"/>
            <p:cNvSpPr/>
            <p:nvPr/>
          </p:nvSpPr>
          <p:spPr>
            <a:xfrm>
              <a:off x="2691116" y="2798659"/>
              <a:ext cx="705255" cy="667306"/>
            </a:xfrm>
            <a:custGeom>
              <a:rect b="b" l="l" r="r" t="t"/>
              <a:pathLst>
                <a:path extrusionOk="0" h="188" w="199">
                  <a:moveTo>
                    <a:pt x="0" y="0"/>
                  </a:moveTo>
                  <a:cubicBezTo>
                    <a:pt x="188" y="188"/>
                    <a:pt x="188" y="188"/>
                    <a:pt x="188" y="188"/>
                  </a:cubicBezTo>
                  <a:cubicBezTo>
                    <a:pt x="192" y="183"/>
                    <a:pt x="196" y="178"/>
                    <a:pt x="199" y="173"/>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1" name="Google Shape;291;p13"/>
            <p:cNvSpPr/>
            <p:nvPr/>
          </p:nvSpPr>
          <p:spPr>
            <a:xfrm>
              <a:off x="2506633" y="2798659"/>
              <a:ext cx="808566" cy="763238"/>
            </a:xfrm>
            <a:custGeom>
              <a:rect b="b" l="l" r="r" t="t"/>
              <a:pathLst>
                <a:path extrusionOk="0" h="215" w="228">
                  <a:moveTo>
                    <a:pt x="0" y="0"/>
                  </a:moveTo>
                  <a:cubicBezTo>
                    <a:pt x="215" y="215"/>
                    <a:pt x="215" y="215"/>
                    <a:pt x="215" y="215"/>
                  </a:cubicBezTo>
                  <a:cubicBezTo>
                    <a:pt x="217" y="213"/>
                    <a:pt x="219" y="210"/>
                    <a:pt x="222" y="208"/>
                  </a:cubicBezTo>
                  <a:cubicBezTo>
                    <a:pt x="224" y="206"/>
                    <a:pt x="226" y="204"/>
                    <a:pt x="228" y="20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2" name="Google Shape;292;p13"/>
            <p:cNvSpPr/>
            <p:nvPr/>
          </p:nvSpPr>
          <p:spPr>
            <a:xfrm>
              <a:off x="2322149" y="2798659"/>
              <a:ext cx="897118" cy="844412"/>
            </a:xfrm>
            <a:custGeom>
              <a:rect b="b" l="l" r="r" t="t"/>
              <a:pathLst>
                <a:path extrusionOk="0" h="238" w="253">
                  <a:moveTo>
                    <a:pt x="0" y="0"/>
                  </a:moveTo>
                  <a:cubicBezTo>
                    <a:pt x="238" y="238"/>
                    <a:pt x="238" y="238"/>
                    <a:pt x="238" y="238"/>
                  </a:cubicBezTo>
                  <a:cubicBezTo>
                    <a:pt x="243" y="234"/>
                    <a:pt x="248" y="231"/>
                    <a:pt x="253" y="227"/>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3" name="Google Shape;293;p13"/>
            <p:cNvSpPr/>
            <p:nvPr/>
          </p:nvSpPr>
          <p:spPr>
            <a:xfrm>
              <a:off x="2137666" y="2798659"/>
              <a:ext cx="975128" cy="916097"/>
            </a:xfrm>
            <a:custGeom>
              <a:rect b="b" l="l" r="r" t="t"/>
              <a:pathLst>
                <a:path extrusionOk="0" h="258" w="275">
                  <a:moveTo>
                    <a:pt x="0" y="0"/>
                  </a:moveTo>
                  <a:cubicBezTo>
                    <a:pt x="258" y="258"/>
                    <a:pt x="258" y="258"/>
                    <a:pt x="258" y="258"/>
                  </a:cubicBezTo>
                  <a:cubicBezTo>
                    <a:pt x="263" y="255"/>
                    <a:pt x="269" y="252"/>
                    <a:pt x="275" y="248"/>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4" name="Google Shape;294;p13"/>
            <p:cNvSpPr/>
            <p:nvPr/>
          </p:nvSpPr>
          <p:spPr>
            <a:xfrm>
              <a:off x="1953182" y="2798659"/>
              <a:ext cx="1035217" cy="968806"/>
            </a:xfrm>
            <a:custGeom>
              <a:rect b="b" l="l" r="r" t="t"/>
              <a:pathLst>
                <a:path extrusionOk="0" h="273" w="292">
                  <a:moveTo>
                    <a:pt x="0" y="0"/>
                  </a:moveTo>
                  <a:cubicBezTo>
                    <a:pt x="273" y="273"/>
                    <a:pt x="273" y="273"/>
                    <a:pt x="273" y="273"/>
                  </a:cubicBezTo>
                  <a:cubicBezTo>
                    <a:pt x="279" y="271"/>
                    <a:pt x="286" y="268"/>
                    <a:pt x="292" y="266"/>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5" name="Google Shape;295;p13"/>
            <p:cNvSpPr/>
            <p:nvPr/>
          </p:nvSpPr>
          <p:spPr>
            <a:xfrm>
              <a:off x="1765536" y="2798659"/>
              <a:ext cx="1084764" cy="1004649"/>
            </a:xfrm>
            <a:custGeom>
              <a:rect b="b" l="l" r="r" t="t"/>
              <a:pathLst>
                <a:path extrusionOk="0" h="283" w="306">
                  <a:moveTo>
                    <a:pt x="0" y="0"/>
                  </a:moveTo>
                  <a:cubicBezTo>
                    <a:pt x="284" y="283"/>
                    <a:pt x="284" y="283"/>
                    <a:pt x="284" y="283"/>
                  </a:cubicBezTo>
                  <a:cubicBezTo>
                    <a:pt x="291" y="282"/>
                    <a:pt x="299" y="281"/>
                    <a:pt x="306" y="279"/>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6" name="Google Shape;296;p13"/>
            <p:cNvSpPr/>
            <p:nvPr/>
          </p:nvSpPr>
          <p:spPr>
            <a:xfrm>
              <a:off x="1673821" y="2798659"/>
              <a:ext cx="1017295" cy="1018353"/>
            </a:xfrm>
            <a:custGeom>
              <a:rect b="b" l="l" r="r" t="t"/>
              <a:pathLst>
                <a:path extrusionOk="0" h="287" w="287">
                  <a:moveTo>
                    <a:pt x="0" y="26"/>
                  </a:moveTo>
                  <a:cubicBezTo>
                    <a:pt x="261" y="286"/>
                    <a:pt x="261" y="286"/>
                    <a:pt x="261" y="286"/>
                  </a:cubicBezTo>
                  <a:cubicBezTo>
                    <a:pt x="270" y="287"/>
                    <a:pt x="278" y="286"/>
                    <a:pt x="287" y="286"/>
                  </a:cubicBezTo>
                  <a:cubicBezTo>
                    <a:pt x="1" y="0"/>
                    <a:pt x="1" y="0"/>
                    <a:pt x="1" y="0"/>
                  </a:cubicBezTo>
                  <a:cubicBezTo>
                    <a:pt x="0" y="9"/>
                    <a:pt x="0" y="17"/>
                    <a:pt x="0"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7" name="Google Shape;297;p13"/>
            <p:cNvSpPr/>
            <p:nvPr/>
          </p:nvSpPr>
          <p:spPr>
            <a:xfrm>
              <a:off x="1684363" y="2990523"/>
              <a:ext cx="814891" cy="815948"/>
            </a:xfrm>
            <a:custGeom>
              <a:rect b="b" l="l" r="r" t="t"/>
              <a:pathLst>
                <a:path extrusionOk="0" h="230" w="230">
                  <a:moveTo>
                    <a:pt x="6" y="32"/>
                  </a:moveTo>
                  <a:cubicBezTo>
                    <a:pt x="197" y="224"/>
                    <a:pt x="197" y="224"/>
                    <a:pt x="197" y="224"/>
                  </a:cubicBezTo>
                  <a:cubicBezTo>
                    <a:pt x="208" y="227"/>
                    <a:pt x="219" y="229"/>
                    <a:pt x="230" y="230"/>
                  </a:cubicBezTo>
                  <a:cubicBezTo>
                    <a:pt x="0" y="0"/>
                    <a:pt x="0" y="0"/>
                    <a:pt x="0" y="0"/>
                  </a:cubicBezTo>
                  <a:cubicBezTo>
                    <a:pt x="1" y="11"/>
                    <a:pt x="3" y="22"/>
                    <a:pt x="6" y="3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298" name="Google Shape;298;p13"/>
            <p:cNvSpPr/>
            <p:nvPr/>
          </p:nvSpPr>
          <p:spPr>
            <a:xfrm>
              <a:off x="1751832" y="3245638"/>
              <a:ext cx="492308" cy="490202"/>
            </a:xfrm>
            <a:custGeom>
              <a:rect b="b" l="l" r="r" t="t"/>
              <a:pathLst>
                <a:path extrusionOk="0" h="138" w="139">
                  <a:moveTo>
                    <a:pt x="57" y="82"/>
                  </a:moveTo>
                  <a:cubicBezTo>
                    <a:pt x="81" y="107"/>
                    <a:pt x="109" y="125"/>
                    <a:pt x="139" y="138"/>
                  </a:cubicBezTo>
                  <a:cubicBezTo>
                    <a:pt x="0" y="0"/>
                    <a:pt x="0" y="0"/>
                    <a:pt x="0" y="0"/>
                  </a:cubicBezTo>
                  <a:cubicBezTo>
                    <a:pt x="13" y="30"/>
                    <a:pt x="32" y="58"/>
                    <a:pt x="57"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299" name="Google Shape;299;p13"/>
          <p:cNvGrpSpPr/>
          <p:nvPr/>
        </p:nvGrpSpPr>
        <p:grpSpPr>
          <a:xfrm>
            <a:off x="7368126" y="252350"/>
            <a:ext cx="1811124" cy="4587826"/>
            <a:chOff x="7368126" y="252350"/>
            <a:chExt cx="1811124" cy="4587826"/>
          </a:xfrm>
        </p:grpSpPr>
        <p:sp>
          <p:nvSpPr>
            <p:cNvPr id="300" name="Google Shape;300;p13"/>
            <p:cNvSpPr/>
            <p:nvPr/>
          </p:nvSpPr>
          <p:spPr>
            <a:xfrm>
              <a:off x="7983900" y="252350"/>
              <a:ext cx="1195350" cy="231125"/>
            </a:xfrm>
            <a:custGeom>
              <a:rect b="b" l="l" r="r" t="t"/>
              <a:pathLst>
                <a:path extrusionOk="0" h="113" w="585">
                  <a:moveTo>
                    <a:pt x="585" y="5"/>
                  </a:moveTo>
                  <a:cubicBezTo>
                    <a:pt x="566" y="14"/>
                    <a:pt x="554" y="33"/>
                    <a:pt x="545" y="48"/>
                  </a:cubicBezTo>
                  <a:cubicBezTo>
                    <a:pt x="532" y="69"/>
                    <a:pt x="524" y="82"/>
                    <a:pt x="509" y="82"/>
                  </a:cubicBezTo>
                  <a:cubicBezTo>
                    <a:pt x="494" y="82"/>
                    <a:pt x="485" y="69"/>
                    <a:pt x="473" y="48"/>
                  </a:cubicBezTo>
                  <a:cubicBezTo>
                    <a:pt x="460" y="27"/>
                    <a:pt x="444" y="0"/>
                    <a:pt x="410" y="0"/>
                  </a:cubicBezTo>
                  <a:cubicBezTo>
                    <a:pt x="377" y="0"/>
                    <a:pt x="361" y="27"/>
                    <a:pt x="348" y="48"/>
                  </a:cubicBezTo>
                  <a:cubicBezTo>
                    <a:pt x="335" y="69"/>
                    <a:pt x="327" y="82"/>
                    <a:pt x="312" y="82"/>
                  </a:cubicBezTo>
                  <a:cubicBezTo>
                    <a:pt x="296" y="82"/>
                    <a:pt x="288" y="69"/>
                    <a:pt x="276" y="48"/>
                  </a:cubicBezTo>
                  <a:cubicBezTo>
                    <a:pt x="263" y="27"/>
                    <a:pt x="246" y="0"/>
                    <a:pt x="213" y="0"/>
                  </a:cubicBezTo>
                  <a:cubicBezTo>
                    <a:pt x="180" y="0"/>
                    <a:pt x="163" y="27"/>
                    <a:pt x="150" y="48"/>
                  </a:cubicBezTo>
                  <a:cubicBezTo>
                    <a:pt x="138" y="69"/>
                    <a:pt x="130" y="82"/>
                    <a:pt x="114" y="82"/>
                  </a:cubicBezTo>
                  <a:cubicBezTo>
                    <a:pt x="99" y="82"/>
                    <a:pt x="91" y="69"/>
                    <a:pt x="79" y="48"/>
                  </a:cubicBezTo>
                  <a:cubicBezTo>
                    <a:pt x="65" y="27"/>
                    <a:pt x="49" y="0"/>
                    <a:pt x="16" y="0"/>
                  </a:cubicBezTo>
                  <a:cubicBezTo>
                    <a:pt x="7" y="0"/>
                    <a:pt x="0" y="7"/>
                    <a:pt x="0" y="16"/>
                  </a:cubicBezTo>
                  <a:cubicBezTo>
                    <a:pt x="0" y="24"/>
                    <a:pt x="7" y="31"/>
                    <a:pt x="16" y="31"/>
                  </a:cubicBezTo>
                  <a:cubicBezTo>
                    <a:pt x="31" y="31"/>
                    <a:pt x="39" y="44"/>
                    <a:pt x="52" y="65"/>
                  </a:cubicBezTo>
                  <a:cubicBezTo>
                    <a:pt x="65" y="86"/>
                    <a:pt x="81" y="113"/>
                    <a:pt x="114" y="113"/>
                  </a:cubicBezTo>
                  <a:cubicBezTo>
                    <a:pt x="148" y="113"/>
                    <a:pt x="164" y="86"/>
                    <a:pt x="177" y="65"/>
                  </a:cubicBezTo>
                  <a:cubicBezTo>
                    <a:pt x="190" y="44"/>
                    <a:pt x="198" y="31"/>
                    <a:pt x="213" y="31"/>
                  </a:cubicBezTo>
                  <a:cubicBezTo>
                    <a:pt x="228" y="31"/>
                    <a:pt x="237" y="44"/>
                    <a:pt x="249" y="65"/>
                  </a:cubicBezTo>
                  <a:cubicBezTo>
                    <a:pt x="262" y="86"/>
                    <a:pt x="278" y="113"/>
                    <a:pt x="312" y="113"/>
                  </a:cubicBezTo>
                  <a:cubicBezTo>
                    <a:pt x="345" y="113"/>
                    <a:pt x="361" y="86"/>
                    <a:pt x="374" y="65"/>
                  </a:cubicBezTo>
                  <a:cubicBezTo>
                    <a:pt x="387" y="44"/>
                    <a:pt x="395" y="31"/>
                    <a:pt x="410" y="31"/>
                  </a:cubicBezTo>
                  <a:cubicBezTo>
                    <a:pt x="425" y="31"/>
                    <a:pt x="434" y="44"/>
                    <a:pt x="446" y="65"/>
                  </a:cubicBezTo>
                  <a:cubicBezTo>
                    <a:pt x="459" y="86"/>
                    <a:pt x="475" y="113"/>
                    <a:pt x="509" y="113"/>
                  </a:cubicBezTo>
                  <a:cubicBezTo>
                    <a:pt x="542" y="113"/>
                    <a:pt x="558" y="86"/>
                    <a:pt x="571" y="65"/>
                  </a:cubicBezTo>
                  <a:cubicBezTo>
                    <a:pt x="576" y="56"/>
                    <a:pt x="581" y="49"/>
                    <a:pt x="585" y="44"/>
                  </a:cubicBezTo>
                  <a:lnTo>
                    <a:pt x="585" y="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13"/>
            <p:cNvSpPr/>
            <p:nvPr/>
          </p:nvSpPr>
          <p:spPr>
            <a:xfrm>
              <a:off x="7368126" y="4538126"/>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02" name="Shape 302"/>
        <p:cNvGrpSpPr/>
        <p:nvPr/>
      </p:nvGrpSpPr>
      <p:grpSpPr>
        <a:xfrm>
          <a:off x="0" y="0"/>
          <a:ext cx="0" cy="0"/>
          <a:chOff x="0" y="0"/>
          <a:chExt cx="0" cy="0"/>
        </a:xfrm>
      </p:grpSpPr>
      <p:sp>
        <p:nvSpPr>
          <p:cNvPr id="303" name="Google Shape;303;p14"/>
          <p:cNvSpPr txBox="1"/>
          <p:nvPr>
            <p:ph type="title"/>
          </p:nvPr>
        </p:nvSpPr>
        <p:spPr>
          <a:xfrm>
            <a:off x="1825700" y="537275"/>
            <a:ext cx="3105600" cy="48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04" name="Google Shape;304;p14"/>
          <p:cNvGrpSpPr/>
          <p:nvPr/>
        </p:nvGrpSpPr>
        <p:grpSpPr>
          <a:xfrm>
            <a:off x="-215226" y="235226"/>
            <a:ext cx="8906877" cy="4781374"/>
            <a:chOff x="-215226" y="235226"/>
            <a:chExt cx="8906877" cy="4781374"/>
          </a:xfrm>
        </p:grpSpPr>
        <p:sp>
          <p:nvSpPr>
            <p:cNvPr id="305" name="Google Shape;305;p14"/>
            <p:cNvSpPr/>
            <p:nvPr/>
          </p:nvSpPr>
          <p:spPr>
            <a:xfrm>
              <a:off x="-215226" y="4740624"/>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306" name="Google Shape;306;p14"/>
            <p:cNvSpPr/>
            <p:nvPr/>
          </p:nvSpPr>
          <p:spPr>
            <a:xfrm>
              <a:off x="8386701" y="235226"/>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307" name="Google Shape;307;p14"/>
          <p:cNvGrpSpPr/>
          <p:nvPr/>
        </p:nvGrpSpPr>
        <p:grpSpPr>
          <a:xfrm rot="-5400000">
            <a:off x="8084561" y="3611717"/>
            <a:ext cx="1389009" cy="696607"/>
            <a:chOff x="6169550" y="2667607"/>
            <a:chExt cx="1032413" cy="517731"/>
          </a:xfrm>
        </p:grpSpPr>
        <p:sp>
          <p:nvSpPr>
            <p:cNvPr id="308" name="Google Shape;308;p14"/>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14"/>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14"/>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14"/>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14"/>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14"/>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14"/>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14"/>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14"/>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14"/>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14"/>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14"/>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14"/>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14"/>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14"/>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14"/>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14"/>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14"/>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14"/>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14"/>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14"/>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329" name="Shape 329"/>
        <p:cNvGrpSpPr/>
        <p:nvPr/>
      </p:nvGrpSpPr>
      <p:grpSpPr>
        <a:xfrm>
          <a:off x="0" y="0"/>
          <a:ext cx="0" cy="0"/>
          <a:chOff x="0" y="0"/>
          <a:chExt cx="0" cy="0"/>
        </a:xfrm>
      </p:grpSpPr>
      <p:sp>
        <p:nvSpPr>
          <p:cNvPr id="330" name="Google Shape;330;p15"/>
          <p:cNvSpPr txBox="1"/>
          <p:nvPr>
            <p:ph type="title"/>
          </p:nvPr>
        </p:nvSpPr>
        <p:spPr>
          <a:xfrm>
            <a:off x="842000" y="3021100"/>
            <a:ext cx="3560700" cy="5532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1" name="Google Shape;331;p15"/>
          <p:cNvSpPr txBox="1"/>
          <p:nvPr>
            <p:ph idx="1" type="subTitle"/>
          </p:nvPr>
        </p:nvSpPr>
        <p:spPr>
          <a:xfrm>
            <a:off x="842000" y="3508699"/>
            <a:ext cx="3560700" cy="94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32" name="Google Shape;332;p15"/>
          <p:cNvSpPr/>
          <p:nvPr>
            <p:ph idx="2" type="pic"/>
          </p:nvPr>
        </p:nvSpPr>
        <p:spPr>
          <a:xfrm>
            <a:off x="3217475" y="356920"/>
            <a:ext cx="3914100" cy="2390700"/>
          </a:xfrm>
          <a:prstGeom prst="rect">
            <a:avLst/>
          </a:prstGeom>
          <a:noFill/>
          <a:ln>
            <a:noFill/>
          </a:ln>
          <a:effectLst>
            <a:outerShdw rotWithShape="0" algn="bl" dir="19080000" dist="142875">
              <a:schemeClr val="accent1">
                <a:alpha val="50000"/>
              </a:schemeClr>
            </a:outerShdw>
          </a:effectLst>
        </p:spPr>
      </p:sp>
      <p:sp>
        <p:nvSpPr>
          <p:cNvPr id="333" name="Google Shape;333;p15"/>
          <p:cNvSpPr/>
          <p:nvPr>
            <p:ph idx="3" type="pic"/>
          </p:nvPr>
        </p:nvSpPr>
        <p:spPr>
          <a:xfrm>
            <a:off x="5052800" y="3064000"/>
            <a:ext cx="3246900" cy="1474500"/>
          </a:xfrm>
          <a:prstGeom prst="rect">
            <a:avLst/>
          </a:prstGeom>
          <a:noFill/>
          <a:ln>
            <a:noFill/>
          </a:ln>
          <a:effectLst>
            <a:outerShdw rotWithShape="0" algn="bl" dir="19080000" dist="142875">
              <a:schemeClr val="accent1">
                <a:alpha val="50000"/>
              </a:schemeClr>
            </a:outerShdw>
          </a:effectLst>
        </p:spPr>
      </p:sp>
      <p:sp>
        <p:nvSpPr>
          <p:cNvPr id="334" name="Google Shape;334;p15"/>
          <p:cNvSpPr/>
          <p:nvPr>
            <p:ph idx="4" type="pic"/>
          </p:nvPr>
        </p:nvSpPr>
        <p:spPr>
          <a:xfrm>
            <a:off x="713225" y="694225"/>
            <a:ext cx="2106900" cy="1605000"/>
          </a:xfrm>
          <a:prstGeom prst="rect">
            <a:avLst/>
          </a:prstGeom>
          <a:noFill/>
          <a:ln>
            <a:noFill/>
          </a:ln>
          <a:effectLst>
            <a:outerShdw rotWithShape="0" algn="bl" dir="19080000" dist="142875">
              <a:schemeClr val="accent1">
                <a:alpha val="50000"/>
              </a:schemeClr>
            </a:outerShdw>
          </a:effectLst>
        </p:spPr>
      </p:sp>
      <p:sp>
        <p:nvSpPr>
          <p:cNvPr id="335" name="Google Shape;335;p15"/>
          <p:cNvSpPr/>
          <p:nvPr/>
        </p:nvSpPr>
        <p:spPr>
          <a:xfrm rot="5400000">
            <a:off x="7415951" y="225628"/>
            <a:ext cx="2029651" cy="1578401"/>
          </a:xfrm>
          <a:custGeom>
            <a:rect b="b" l="l" r="r" t="t"/>
            <a:pathLst>
              <a:path extrusionOk="0" h="794" w="1021">
                <a:moveTo>
                  <a:pt x="844" y="0"/>
                </a:moveTo>
                <a:lnTo>
                  <a:pt x="228" y="617"/>
                </a:lnTo>
                <a:lnTo>
                  <a:pt x="0" y="389"/>
                </a:lnTo>
                <a:lnTo>
                  <a:pt x="0" y="566"/>
                </a:lnTo>
                <a:lnTo>
                  <a:pt x="228" y="794"/>
                </a:lnTo>
                <a:lnTo>
                  <a:pt x="1021" y="0"/>
                </a:lnTo>
                <a:lnTo>
                  <a:pt x="8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36" name="Google Shape;336;p15"/>
          <p:cNvGrpSpPr/>
          <p:nvPr/>
        </p:nvGrpSpPr>
        <p:grpSpPr>
          <a:xfrm>
            <a:off x="3525717" y="4854741"/>
            <a:ext cx="1062862" cy="1126062"/>
            <a:chOff x="1640984" y="4122391"/>
            <a:chExt cx="732503" cy="776059"/>
          </a:xfrm>
        </p:grpSpPr>
        <p:sp>
          <p:nvSpPr>
            <p:cNvPr id="337" name="Google Shape;337;p15"/>
            <p:cNvSpPr/>
            <p:nvPr/>
          </p:nvSpPr>
          <p:spPr>
            <a:xfrm>
              <a:off x="2207189" y="4732152"/>
              <a:ext cx="166298" cy="166298"/>
            </a:xfrm>
            <a:custGeom>
              <a:rect b="b" l="l" r="r" t="t"/>
              <a:pathLst>
                <a:path extrusionOk="0" h="126" w="126">
                  <a:moveTo>
                    <a:pt x="30" y="126"/>
                  </a:moveTo>
                  <a:lnTo>
                    <a:pt x="126" y="32"/>
                  </a:lnTo>
                  <a:lnTo>
                    <a:pt x="126" y="0"/>
                  </a:lnTo>
                  <a:lnTo>
                    <a:pt x="0" y="126"/>
                  </a:lnTo>
                  <a:lnTo>
                    <a:pt x="30" y="12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15"/>
            <p:cNvSpPr/>
            <p:nvPr/>
          </p:nvSpPr>
          <p:spPr>
            <a:xfrm>
              <a:off x="2040891" y="4565853"/>
              <a:ext cx="332596" cy="332597"/>
            </a:xfrm>
            <a:custGeom>
              <a:rect b="b" l="l" r="r" t="t"/>
              <a:pathLst>
                <a:path extrusionOk="0" h="252" w="252">
                  <a:moveTo>
                    <a:pt x="30" y="252"/>
                  </a:moveTo>
                  <a:lnTo>
                    <a:pt x="252" y="29"/>
                  </a:lnTo>
                  <a:lnTo>
                    <a:pt x="252" y="0"/>
                  </a:lnTo>
                  <a:lnTo>
                    <a:pt x="0" y="252"/>
                  </a:lnTo>
                  <a:lnTo>
                    <a:pt x="30" y="25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15"/>
            <p:cNvSpPr/>
            <p:nvPr/>
          </p:nvSpPr>
          <p:spPr>
            <a:xfrm>
              <a:off x="1871954" y="4395595"/>
              <a:ext cx="501533" cy="502855"/>
            </a:xfrm>
            <a:custGeom>
              <a:rect b="b" l="l" r="r" t="t"/>
              <a:pathLst>
                <a:path extrusionOk="0" h="381" w="380">
                  <a:moveTo>
                    <a:pt x="32" y="381"/>
                  </a:moveTo>
                  <a:lnTo>
                    <a:pt x="380" y="32"/>
                  </a:lnTo>
                  <a:lnTo>
                    <a:pt x="380" y="0"/>
                  </a:lnTo>
                  <a:lnTo>
                    <a:pt x="0" y="381"/>
                  </a:lnTo>
                  <a:lnTo>
                    <a:pt x="32" y="38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15"/>
            <p:cNvSpPr/>
            <p:nvPr/>
          </p:nvSpPr>
          <p:spPr>
            <a:xfrm>
              <a:off x="1705656" y="4229297"/>
              <a:ext cx="667831" cy="669153"/>
            </a:xfrm>
            <a:custGeom>
              <a:rect b="b" l="l" r="r" t="t"/>
              <a:pathLst>
                <a:path extrusionOk="0" h="507" w="506">
                  <a:moveTo>
                    <a:pt x="506" y="29"/>
                  </a:moveTo>
                  <a:lnTo>
                    <a:pt x="506" y="0"/>
                  </a:lnTo>
                  <a:lnTo>
                    <a:pt x="0" y="507"/>
                  </a:lnTo>
                  <a:lnTo>
                    <a:pt x="29" y="507"/>
                  </a:lnTo>
                  <a:lnTo>
                    <a:pt x="506"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15"/>
            <p:cNvSpPr/>
            <p:nvPr/>
          </p:nvSpPr>
          <p:spPr>
            <a:xfrm>
              <a:off x="1640984" y="4122391"/>
              <a:ext cx="707426" cy="711387"/>
            </a:xfrm>
            <a:custGeom>
              <a:rect b="b" l="l" r="r" t="t"/>
              <a:pathLst>
                <a:path extrusionOk="0" h="539" w="536">
                  <a:moveTo>
                    <a:pt x="507" y="0"/>
                  </a:moveTo>
                  <a:lnTo>
                    <a:pt x="0" y="510"/>
                  </a:lnTo>
                  <a:lnTo>
                    <a:pt x="0" y="539"/>
                  </a:lnTo>
                  <a:lnTo>
                    <a:pt x="536" y="0"/>
                  </a:lnTo>
                  <a:lnTo>
                    <a:pt x="507"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15"/>
            <p:cNvSpPr/>
            <p:nvPr/>
          </p:nvSpPr>
          <p:spPr>
            <a:xfrm>
              <a:off x="1640984" y="4122391"/>
              <a:ext cx="541128" cy="545089"/>
            </a:xfrm>
            <a:custGeom>
              <a:rect b="b" l="l" r="r" t="t"/>
              <a:pathLst>
                <a:path extrusionOk="0" h="413" w="410">
                  <a:moveTo>
                    <a:pt x="381" y="0"/>
                  </a:moveTo>
                  <a:lnTo>
                    <a:pt x="0" y="384"/>
                  </a:lnTo>
                  <a:lnTo>
                    <a:pt x="0" y="413"/>
                  </a:lnTo>
                  <a:lnTo>
                    <a:pt x="410" y="0"/>
                  </a:lnTo>
                  <a:lnTo>
                    <a:pt x="38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15"/>
            <p:cNvSpPr/>
            <p:nvPr/>
          </p:nvSpPr>
          <p:spPr>
            <a:xfrm>
              <a:off x="1640984" y="4122391"/>
              <a:ext cx="374830" cy="376152"/>
            </a:xfrm>
            <a:custGeom>
              <a:rect b="b" l="l" r="r" t="t"/>
              <a:pathLst>
                <a:path extrusionOk="0" h="285" w="284">
                  <a:moveTo>
                    <a:pt x="252" y="0"/>
                  </a:moveTo>
                  <a:lnTo>
                    <a:pt x="0" y="255"/>
                  </a:lnTo>
                  <a:lnTo>
                    <a:pt x="0" y="285"/>
                  </a:lnTo>
                  <a:lnTo>
                    <a:pt x="284" y="0"/>
                  </a:lnTo>
                  <a:lnTo>
                    <a:pt x="25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15"/>
            <p:cNvSpPr/>
            <p:nvPr/>
          </p:nvSpPr>
          <p:spPr>
            <a:xfrm>
              <a:off x="1640984" y="4122391"/>
              <a:ext cx="205893" cy="208533"/>
            </a:xfrm>
            <a:custGeom>
              <a:rect b="b" l="l" r="r" t="t"/>
              <a:pathLst>
                <a:path extrusionOk="0" h="158" w="156">
                  <a:moveTo>
                    <a:pt x="126" y="0"/>
                  </a:moveTo>
                  <a:lnTo>
                    <a:pt x="0" y="126"/>
                  </a:lnTo>
                  <a:lnTo>
                    <a:pt x="0" y="158"/>
                  </a:lnTo>
                  <a:lnTo>
                    <a:pt x="156" y="0"/>
                  </a:lnTo>
                  <a:lnTo>
                    <a:pt x="12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5" name="Google Shape;345;p15"/>
            <p:cNvSpPr/>
            <p:nvPr/>
          </p:nvSpPr>
          <p:spPr>
            <a:xfrm>
              <a:off x="1640984" y="4122391"/>
              <a:ext cx="39595" cy="39595"/>
            </a:xfrm>
            <a:custGeom>
              <a:rect b="b" l="l" r="r" t="t"/>
              <a:pathLst>
                <a:path extrusionOk="0" h="30" w="30">
                  <a:moveTo>
                    <a:pt x="0" y="0"/>
                  </a:moveTo>
                  <a:lnTo>
                    <a:pt x="0" y="30"/>
                  </a:lnTo>
                  <a:lnTo>
                    <a:pt x="3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346" name="Shape 346"/>
        <p:cNvGrpSpPr/>
        <p:nvPr/>
      </p:nvGrpSpPr>
      <p:grpSpPr>
        <a:xfrm>
          <a:off x="0" y="0"/>
          <a:ext cx="0" cy="0"/>
          <a:chOff x="0" y="0"/>
          <a:chExt cx="0" cy="0"/>
        </a:xfrm>
      </p:grpSpPr>
      <p:sp>
        <p:nvSpPr>
          <p:cNvPr id="347" name="Google Shape;347;p16"/>
          <p:cNvSpPr txBox="1"/>
          <p:nvPr>
            <p:ph type="title"/>
          </p:nvPr>
        </p:nvSpPr>
        <p:spPr>
          <a:xfrm>
            <a:off x="4874900" y="2665375"/>
            <a:ext cx="3452700" cy="8616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8" name="Google Shape;348;p16"/>
          <p:cNvSpPr txBox="1"/>
          <p:nvPr>
            <p:ph idx="1" type="subTitle"/>
          </p:nvPr>
        </p:nvSpPr>
        <p:spPr>
          <a:xfrm>
            <a:off x="4874900" y="3633351"/>
            <a:ext cx="3452700" cy="680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49" name="Google Shape;349;p16"/>
          <p:cNvSpPr/>
          <p:nvPr>
            <p:ph idx="2" type="pic"/>
          </p:nvPr>
        </p:nvSpPr>
        <p:spPr>
          <a:xfrm>
            <a:off x="713225" y="940625"/>
            <a:ext cx="1940400" cy="2808300"/>
          </a:xfrm>
          <a:prstGeom prst="rect">
            <a:avLst/>
          </a:prstGeom>
          <a:noFill/>
          <a:ln>
            <a:noFill/>
          </a:ln>
          <a:effectLst>
            <a:outerShdw rotWithShape="0" algn="bl" dir="19260000" dist="142875">
              <a:schemeClr val="accent1">
                <a:alpha val="50000"/>
              </a:schemeClr>
            </a:outerShdw>
          </a:effectLst>
        </p:spPr>
      </p:sp>
      <p:sp>
        <p:nvSpPr>
          <p:cNvPr id="350" name="Google Shape;350;p16"/>
          <p:cNvSpPr/>
          <p:nvPr>
            <p:ph idx="3" type="pic"/>
          </p:nvPr>
        </p:nvSpPr>
        <p:spPr>
          <a:xfrm>
            <a:off x="3338825" y="371700"/>
            <a:ext cx="3658800" cy="1902600"/>
          </a:xfrm>
          <a:prstGeom prst="rect">
            <a:avLst/>
          </a:prstGeom>
          <a:noFill/>
          <a:ln>
            <a:noFill/>
          </a:ln>
          <a:effectLst>
            <a:outerShdw rotWithShape="0" algn="bl" dir="19260000" dist="142875">
              <a:schemeClr val="accent1">
                <a:alpha val="50000"/>
              </a:schemeClr>
            </a:outerShdw>
          </a:effectLst>
        </p:spPr>
      </p:sp>
      <p:sp>
        <p:nvSpPr>
          <p:cNvPr id="351" name="Google Shape;351;p16"/>
          <p:cNvSpPr/>
          <p:nvPr>
            <p:ph idx="4" type="pic"/>
          </p:nvPr>
        </p:nvSpPr>
        <p:spPr>
          <a:xfrm>
            <a:off x="2966875" y="2538625"/>
            <a:ext cx="1662000" cy="2110500"/>
          </a:xfrm>
          <a:prstGeom prst="rect">
            <a:avLst/>
          </a:prstGeom>
          <a:noFill/>
          <a:ln>
            <a:noFill/>
          </a:ln>
          <a:effectLst>
            <a:outerShdw rotWithShape="0" algn="bl" dir="19260000" dist="142875">
              <a:schemeClr val="accent1">
                <a:alpha val="50000"/>
              </a:schemeClr>
            </a:outerShdw>
          </a:effectLst>
        </p:spPr>
      </p:sp>
      <p:grpSp>
        <p:nvGrpSpPr>
          <p:cNvPr id="352" name="Google Shape;352;p16"/>
          <p:cNvGrpSpPr/>
          <p:nvPr/>
        </p:nvGrpSpPr>
        <p:grpSpPr>
          <a:xfrm>
            <a:off x="8538059" y="539529"/>
            <a:ext cx="1311824" cy="1314395"/>
            <a:chOff x="4428425" y="1360736"/>
            <a:chExt cx="1077385" cy="1079497"/>
          </a:xfrm>
        </p:grpSpPr>
        <p:sp>
          <p:nvSpPr>
            <p:cNvPr id="353" name="Google Shape;353;p16"/>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354" name="Google Shape;354;p16"/>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355" name="Google Shape;355;p16"/>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356" name="Google Shape;356;p16"/>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357" name="Google Shape;357;p16"/>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358" name="Google Shape;358;p16"/>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359" name="Google Shape;359;p16"/>
          <p:cNvSpPr/>
          <p:nvPr/>
        </p:nvSpPr>
        <p:spPr>
          <a:xfrm>
            <a:off x="-233626" y="324999"/>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nvGrpSpPr>
          <p:cNvPr id="360" name="Google Shape;360;p16"/>
          <p:cNvGrpSpPr/>
          <p:nvPr/>
        </p:nvGrpSpPr>
        <p:grpSpPr>
          <a:xfrm rot="5400000">
            <a:off x="-346214" y="3979542"/>
            <a:ext cx="1389009" cy="696607"/>
            <a:chOff x="6169550" y="2667607"/>
            <a:chExt cx="1032413" cy="517731"/>
          </a:xfrm>
        </p:grpSpPr>
        <p:sp>
          <p:nvSpPr>
            <p:cNvPr id="361" name="Google Shape;361;p16"/>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2" name="Google Shape;362;p16"/>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3" name="Google Shape;363;p16"/>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16"/>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16"/>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16"/>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16"/>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16"/>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16"/>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16"/>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16"/>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16"/>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16"/>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16"/>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16"/>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16"/>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16"/>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16"/>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16"/>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16"/>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16"/>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382" name="Shape 382"/>
        <p:cNvGrpSpPr/>
        <p:nvPr/>
      </p:nvGrpSpPr>
      <p:grpSpPr>
        <a:xfrm>
          <a:off x="0" y="0"/>
          <a:ext cx="0" cy="0"/>
          <a:chOff x="0" y="0"/>
          <a:chExt cx="0" cy="0"/>
        </a:xfrm>
      </p:grpSpPr>
      <p:sp>
        <p:nvSpPr>
          <p:cNvPr id="383" name="Google Shape;383;p17"/>
          <p:cNvSpPr txBox="1"/>
          <p:nvPr>
            <p:ph type="title"/>
          </p:nvPr>
        </p:nvSpPr>
        <p:spPr>
          <a:xfrm>
            <a:off x="713250" y="445025"/>
            <a:ext cx="4762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4" name="Google Shape;384;p17"/>
          <p:cNvSpPr txBox="1"/>
          <p:nvPr>
            <p:ph idx="1" type="body"/>
          </p:nvPr>
        </p:nvSpPr>
        <p:spPr>
          <a:xfrm>
            <a:off x="1808525" y="1310000"/>
            <a:ext cx="3667500" cy="3262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atin typeface="Assistant"/>
                <a:ea typeface="Assistant"/>
                <a:cs typeface="Assistant"/>
                <a:sym typeface="Assistant"/>
              </a:defRPr>
            </a:lvl1pPr>
            <a:lvl2pPr indent="-304800" lvl="1" marL="914400" rtl="0">
              <a:lnSpc>
                <a:spcPct val="100000"/>
              </a:lnSpc>
              <a:spcBef>
                <a:spcPts val="120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385" name="Google Shape;385;p17"/>
          <p:cNvGrpSpPr/>
          <p:nvPr/>
        </p:nvGrpSpPr>
        <p:grpSpPr>
          <a:xfrm rot="-5400000">
            <a:off x="8101186" y="346204"/>
            <a:ext cx="1389009" cy="696607"/>
            <a:chOff x="6169550" y="2667607"/>
            <a:chExt cx="1032413" cy="517731"/>
          </a:xfrm>
        </p:grpSpPr>
        <p:sp>
          <p:nvSpPr>
            <p:cNvPr id="386" name="Google Shape;386;p17"/>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17"/>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17"/>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9" name="Google Shape;389;p17"/>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0" name="Google Shape;390;p17"/>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17"/>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17"/>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17"/>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4" name="Google Shape;394;p17"/>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17"/>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17"/>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17"/>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17"/>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17"/>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17"/>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17"/>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17"/>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17"/>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17"/>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17"/>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17"/>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07" name="Google Shape;407;p17"/>
          <p:cNvSpPr/>
          <p:nvPr/>
        </p:nvSpPr>
        <p:spPr>
          <a:xfrm>
            <a:off x="7948650" y="4757475"/>
            <a:ext cx="1195350" cy="231125"/>
          </a:xfrm>
          <a:custGeom>
            <a:rect b="b" l="l" r="r" t="t"/>
            <a:pathLst>
              <a:path extrusionOk="0" h="113" w="585">
                <a:moveTo>
                  <a:pt x="585" y="5"/>
                </a:moveTo>
                <a:cubicBezTo>
                  <a:pt x="566" y="14"/>
                  <a:pt x="554" y="33"/>
                  <a:pt x="545" y="48"/>
                </a:cubicBezTo>
                <a:cubicBezTo>
                  <a:pt x="532" y="69"/>
                  <a:pt x="524" y="82"/>
                  <a:pt x="509" y="82"/>
                </a:cubicBezTo>
                <a:cubicBezTo>
                  <a:pt x="494" y="82"/>
                  <a:pt x="485" y="69"/>
                  <a:pt x="473" y="48"/>
                </a:cubicBezTo>
                <a:cubicBezTo>
                  <a:pt x="460" y="27"/>
                  <a:pt x="444" y="0"/>
                  <a:pt x="410" y="0"/>
                </a:cubicBezTo>
                <a:cubicBezTo>
                  <a:pt x="377" y="0"/>
                  <a:pt x="361" y="27"/>
                  <a:pt x="348" y="48"/>
                </a:cubicBezTo>
                <a:cubicBezTo>
                  <a:pt x="335" y="69"/>
                  <a:pt x="327" y="82"/>
                  <a:pt x="312" y="82"/>
                </a:cubicBezTo>
                <a:cubicBezTo>
                  <a:pt x="296" y="82"/>
                  <a:pt x="288" y="69"/>
                  <a:pt x="276" y="48"/>
                </a:cubicBezTo>
                <a:cubicBezTo>
                  <a:pt x="263" y="27"/>
                  <a:pt x="246" y="0"/>
                  <a:pt x="213" y="0"/>
                </a:cubicBezTo>
                <a:cubicBezTo>
                  <a:pt x="180" y="0"/>
                  <a:pt x="163" y="27"/>
                  <a:pt x="150" y="48"/>
                </a:cubicBezTo>
                <a:cubicBezTo>
                  <a:pt x="138" y="69"/>
                  <a:pt x="130" y="82"/>
                  <a:pt x="114" y="82"/>
                </a:cubicBezTo>
                <a:cubicBezTo>
                  <a:pt x="99" y="82"/>
                  <a:pt x="91" y="69"/>
                  <a:pt x="79" y="48"/>
                </a:cubicBezTo>
                <a:cubicBezTo>
                  <a:pt x="65" y="27"/>
                  <a:pt x="49" y="0"/>
                  <a:pt x="16" y="0"/>
                </a:cubicBezTo>
                <a:cubicBezTo>
                  <a:pt x="7" y="0"/>
                  <a:pt x="0" y="7"/>
                  <a:pt x="0" y="16"/>
                </a:cubicBezTo>
                <a:cubicBezTo>
                  <a:pt x="0" y="24"/>
                  <a:pt x="7" y="31"/>
                  <a:pt x="16" y="31"/>
                </a:cubicBezTo>
                <a:cubicBezTo>
                  <a:pt x="31" y="31"/>
                  <a:pt x="39" y="44"/>
                  <a:pt x="52" y="65"/>
                </a:cubicBezTo>
                <a:cubicBezTo>
                  <a:pt x="65" y="86"/>
                  <a:pt x="81" y="113"/>
                  <a:pt x="114" y="113"/>
                </a:cubicBezTo>
                <a:cubicBezTo>
                  <a:pt x="148" y="113"/>
                  <a:pt x="164" y="86"/>
                  <a:pt x="177" y="65"/>
                </a:cubicBezTo>
                <a:cubicBezTo>
                  <a:pt x="190" y="44"/>
                  <a:pt x="198" y="31"/>
                  <a:pt x="213" y="31"/>
                </a:cubicBezTo>
                <a:cubicBezTo>
                  <a:pt x="228" y="31"/>
                  <a:pt x="237" y="44"/>
                  <a:pt x="249" y="65"/>
                </a:cubicBezTo>
                <a:cubicBezTo>
                  <a:pt x="262" y="86"/>
                  <a:pt x="278" y="113"/>
                  <a:pt x="312" y="113"/>
                </a:cubicBezTo>
                <a:cubicBezTo>
                  <a:pt x="345" y="113"/>
                  <a:pt x="361" y="86"/>
                  <a:pt x="374" y="65"/>
                </a:cubicBezTo>
                <a:cubicBezTo>
                  <a:pt x="387" y="44"/>
                  <a:pt x="395" y="31"/>
                  <a:pt x="410" y="31"/>
                </a:cubicBezTo>
                <a:cubicBezTo>
                  <a:pt x="425" y="31"/>
                  <a:pt x="434" y="44"/>
                  <a:pt x="446" y="65"/>
                </a:cubicBezTo>
                <a:cubicBezTo>
                  <a:pt x="459" y="86"/>
                  <a:pt x="475" y="113"/>
                  <a:pt x="509" y="113"/>
                </a:cubicBezTo>
                <a:cubicBezTo>
                  <a:pt x="542" y="113"/>
                  <a:pt x="558" y="86"/>
                  <a:pt x="571" y="65"/>
                </a:cubicBezTo>
                <a:cubicBezTo>
                  <a:pt x="576" y="56"/>
                  <a:pt x="581" y="49"/>
                  <a:pt x="585" y="44"/>
                </a:cubicBezTo>
                <a:lnTo>
                  <a:pt x="585" y="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0_1_1">
    <p:spTree>
      <p:nvGrpSpPr>
        <p:cNvPr id="408" name="Shape 408"/>
        <p:cNvGrpSpPr/>
        <p:nvPr/>
      </p:nvGrpSpPr>
      <p:grpSpPr>
        <a:xfrm>
          <a:off x="0" y="0"/>
          <a:ext cx="0" cy="0"/>
          <a:chOff x="0" y="0"/>
          <a:chExt cx="0" cy="0"/>
        </a:xfrm>
      </p:grpSpPr>
      <p:sp>
        <p:nvSpPr>
          <p:cNvPr id="409" name="Google Shape;409;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0" name="Google Shape;410;p18"/>
          <p:cNvSpPr txBox="1"/>
          <p:nvPr>
            <p:ph idx="1" type="subTitle"/>
          </p:nvPr>
        </p:nvSpPr>
        <p:spPr>
          <a:xfrm>
            <a:off x="713225" y="1080275"/>
            <a:ext cx="7842000" cy="137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200"/>
              <a:buChar char="●"/>
              <a:defRPr>
                <a:latin typeface="Assistant"/>
                <a:ea typeface="Assistant"/>
                <a:cs typeface="Assistant"/>
                <a:sym typeface="Assistant"/>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grpSp>
        <p:nvGrpSpPr>
          <p:cNvPr id="411" name="Google Shape;411;p18"/>
          <p:cNvGrpSpPr/>
          <p:nvPr/>
        </p:nvGrpSpPr>
        <p:grpSpPr>
          <a:xfrm rot="-5400000">
            <a:off x="8101186" y="885692"/>
            <a:ext cx="1389009" cy="696607"/>
            <a:chOff x="6169550" y="2667607"/>
            <a:chExt cx="1032413" cy="517731"/>
          </a:xfrm>
        </p:grpSpPr>
        <p:sp>
          <p:nvSpPr>
            <p:cNvPr id="412" name="Google Shape;412;p18"/>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18"/>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18"/>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18"/>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18"/>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18"/>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18"/>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18"/>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18"/>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18"/>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18"/>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18"/>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18"/>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18"/>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18"/>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18"/>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18"/>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18"/>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18"/>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18"/>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18"/>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3" name="Google Shape;433;p18"/>
          <p:cNvGrpSpPr/>
          <p:nvPr/>
        </p:nvGrpSpPr>
        <p:grpSpPr>
          <a:xfrm>
            <a:off x="-472801" y="134874"/>
            <a:ext cx="8920202" cy="4838652"/>
            <a:chOff x="-472801" y="134874"/>
            <a:chExt cx="8920202" cy="4838652"/>
          </a:xfrm>
        </p:grpSpPr>
        <p:sp>
          <p:nvSpPr>
            <p:cNvPr id="434" name="Google Shape;434;p18"/>
            <p:cNvSpPr/>
            <p:nvPr/>
          </p:nvSpPr>
          <p:spPr>
            <a:xfrm>
              <a:off x="-472801" y="134874"/>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435" name="Google Shape;435;p18"/>
            <p:cNvSpPr/>
            <p:nvPr/>
          </p:nvSpPr>
          <p:spPr>
            <a:xfrm>
              <a:off x="8142451" y="4671476"/>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0_1_1_1">
    <p:spTree>
      <p:nvGrpSpPr>
        <p:cNvPr id="436" name="Shape 436"/>
        <p:cNvGrpSpPr/>
        <p:nvPr/>
      </p:nvGrpSpPr>
      <p:grpSpPr>
        <a:xfrm>
          <a:off x="0" y="0"/>
          <a:ext cx="0" cy="0"/>
          <a:chOff x="0" y="0"/>
          <a:chExt cx="0" cy="0"/>
        </a:xfrm>
      </p:grpSpPr>
      <p:sp>
        <p:nvSpPr>
          <p:cNvPr id="437" name="Google Shape;437;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8" name="Google Shape;438;p19"/>
          <p:cNvSpPr txBox="1"/>
          <p:nvPr>
            <p:ph idx="1" type="subTitle"/>
          </p:nvPr>
        </p:nvSpPr>
        <p:spPr>
          <a:xfrm>
            <a:off x="713225" y="1098700"/>
            <a:ext cx="4854600" cy="329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200"/>
              <a:buChar char="●"/>
              <a:defRPr>
                <a:latin typeface="Assistant"/>
                <a:ea typeface="Assistant"/>
                <a:cs typeface="Assistant"/>
                <a:sym typeface="Assistant"/>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sp>
        <p:nvSpPr>
          <p:cNvPr id="439" name="Google Shape;439;p19"/>
          <p:cNvSpPr/>
          <p:nvPr/>
        </p:nvSpPr>
        <p:spPr>
          <a:xfrm rot="10800000">
            <a:off x="7114351" y="3565103"/>
            <a:ext cx="2029651" cy="1578401"/>
          </a:xfrm>
          <a:custGeom>
            <a:rect b="b" l="l" r="r" t="t"/>
            <a:pathLst>
              <a:path extrusionOk="0" h="794" w="1021">
                <a:moveTo>
                  <a:pt x="844" y="0"/>
                </a:moveTo>
                <a:lnTo>
                  <a:pt x="228" y="617"/>
                </a:lnTo>
                <a:lnTo>
                  <a:pt x="0" y="389"/>
                </a:lnTo>
                <a:lnTo>
                  <a:pt x="0" y="566"/>
                </a:lnTo>
                <a:lnTo>
                  <a:pt x="228" y="794"/>
                </a:lnTo>
                <a:lnTo>
                  <a:pt x="1021" y="0"/>
                </a:lnTo>
                <a:lnTo>
                  <a:pt x="8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40" name="Google Shape;440;p19"/>
          <p:cNvGrpSpPr/>
          <p:nvPr/>
        </p:nvGrpSpPr>
        <p:grpSpPr>
          <a:xfrm>
            <a:off x="8146186" y="770414"/>
            <a:ext cx="1271099" cy="1273698"/>
            <a:chOff x="4428425" y="1360736"/>
            <a:chExt cx="1077385" cy="1079497"/>
          </a:xfrm>
        </p:grpSpPr>
        <p:sp>
          <p:nvSpPr>
            <p:cNvPr id="441" name="Google Shape;441;p19"/>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442" name="Google Shape;442;p19"/>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443" name="Google Shape;443;p19"/>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444" name="Google Shape;444;p19"/>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445" name="Google Shape;445;p19"/>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446" name="Google Shape;446;p19"/>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47" name="Shape 447"/>
        <p:cNvGrpSpPr/>
        <p:nvPr/>
      </p:nvGrpSpPr>
      <p:grpSpPr>
        <a:xfrm>
          <a:off x="0" y="0"/>
          <a:ext cx="0" cy="0"/>
          <a:chOff x="0" y="0"/>
          <a:chExt cx="0" cy="0"/>
        </a:xfrm>
      </p:grpSpPr>
      <p:sp>
        <p:nvSpPr>
          <p:cNvPr id="448" name="Google Shape;448;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Sora ExtraBold"/>
              <a:buNone/>
              <a:defRPr b="0">
                <a:latin typeface="Sora ExtraBold"/>
                <a:ea typeface="Sora ExtraBold"/>
                <a:cs typeface="Sora ExtraBold"/>
                <a:sym typeface="Sora ExtraBold"/>
              </a:defRPr>
            </a:lvl2pPr>
            <a:lvl3pPr lvl="2" rtl="0">
              <a:spcBef>
                <a:spcPts val="0"/>
              </a:spcBef>
              <a:spcAft>
                <a:spcPts val="0"/>
              </a:spcAft>
              <a:buSzPts val="3000"/>
              <a:buFont typeface="Sora ExtraBold"/>
              <a:buNone/>
              <a:defRPr b="0">
                <a:latin typeface="Sora ExtraBold"/>
                <a:ea typeface="Sora ExtraBold"/>
                <a:cs typeface="Sora ExtraBold"/>
                <a:sym typeface="Sora ExtraBold"/>
              </a:defRPr>
            </a:lvl3pPr>
            <a:lvl4pPr lvl="3" rtl="0">
              <a:spcBef>
                <a:spcPts val="0"/>
              </a:spcBef>
              <a:spcAft>
                <a:spcPts val="0"/>
              </a:spcAft>
              <a:buSzPts val="3000"/>
              <a:buFont typeface="Sora ExtraBold"/>
              <a:buNone/>
              <a:defRPr b="0">
                <a:latin typeface="Sora ExtraBold"/>
                <a:ea typeface="Sora ExtraBold"/>
                <a:cs typeface="Sora ExtraBold"/>
                <a:sym typeface="Sora ExtraBold"/>
              </a:defRPr>
            </a:lvl4pPr>
            <a:lvl5pPr lvl="4" rtl="0">
              <a:spcBef>
                <a:spcPts val="0"/>
              </a:spcBef>
              <a:spcAft>
                <a:spcPts val="0"/>
              </a:spcAft>
              <a:buSzPts val="3000"/>
              <a:buFont typeface="Sora ExtraBold"/>
              <a:buNone/>
              <a:defRPr b="0">
                <a:latin typeface="Sora ExtraBold"/>
                <a:ea typeface="Sora ExtraBold"/>
                <a:cs typeface="Sora ExtraBold"/>
                <a:sym typeface="Sora ExtraBold"/>
              </a:defRPr>
            </a:lvl5pPr>
            <a:lvl6pPr lvl="5" rtl="0">
              <a:spcBef>
                <a:spcPts val="0"/>
              </a:spcBef>
              <a:spcAft>
                <a:spcPts val="0"/>
              </a:spcAft>
              <a:buSzPts val="3000"/>
              <a:buFont typeface="Sora ExtraBold"/>
              <a:buNone/>
              <a:defRPr b="0">
                <a:latin typeface="Sora ExtraBold"/>
                <a:ea typeface="Sora ExtraBold"/>
                <a:cs typeface="Sora ExtraBold"/>
                <a:sym typeface="Sora ExtraBold"/>
              </a:defRPr>
            </a:lvl6pPr>
            <a:lvl7pPr lvl="6" rtl="0">
              <a:spcBef>
                <a:spcPts val="0"/>
              </a:spcBef>
              <a:spcAft>
                <a:spcPts val="0"/>
              </a:spcAft>
              <a:buSzPts val="3000"/>
              <a:buFont typeface="Sora ExtraBold"/>
              <a:buNone/>
              <a:defRPr b="0">
                <a:latin typeface="Sora ExtraBold"/>
                <a:ea typeface="Sora ExtraBold"/>
                <a:cs typeface="Sora ExtraBold"/>
                <a:sym typeface="Sora ExtraBold"/>
              </a:defRPr>
            </a:lvl7pPr>
            <a:lvl8pPr lvl="7" rtl="0">
              <a:spcBef>
                <a:spcPts val="0"/>
              </a:spcBef>
              <a:spcAft>
                <a:spcPts val="0"/>
              </a:spcAft>
              <a:buSzPts val="3000"/>
              <a:buFont typeface="Sora ExtraBold"/>
              <a:buNone/>
              <a:defRPr b="0">
                <a:latin typeface="Sora ExtraBold"/>
                <a:ea typeface="Sora ExtraBold"/>
                <a:cs typeface="Sora ExtraBold"/>
                <a:sym typeface="Sora ExtraBold"/>
              </a:defRPr>
            </a:lvl8pPr>
            <a:lvl9pPr lvl="8" rtl="0">
              <a:spcBef>
                <a:spcPts val="0"/>
              </a:spcBef>
              <a:spcAft>
                <a:spcPts val="0"/>
              </a:spcAft>
              <a:buSzPts val="3000"/>
              <a:buFont typeface="Sora ExtraBold"/>
              <a:buNone/>
              <a:defRPr b="0">
                <a:latin typeface="Sora ExtraBold"/>
                <a:ea typeface="Sora ExtraBold"/>
                <a:cs typeface="Sora ExtraBold"/>
                <a:sym typeface="Sora ExtraBold"/>
              </a:defRPr>
            </a:lvl9pPr>
          </a:lstStyle>
          <a:p/>
        </p:txBody>
      </p:sp>
      <p:sp>
        <p:nvSpPr>
          <p:cNvPr id="449" name="Google Shape;449;p20"/>
          <p:cNvSpPr txBox="1"/>
          <p:nvPr>
            <p:ph idx="1" type="subTitle"/>
          </p:nvPr>
        </p:nvSpPr>
        <p:spPr>
          <a:xfrm>
            <a:off x="851225" y="2747775"/>
            <a:ext cx="2348100" cy="129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50" name="Google Shape;450;p20"/>
          <p:cNvSpPr txBox="1"/>
          <p:nvPr>
            <p:ph idx="2" type="subTitle"/>
          </p:nvPr>
        </p:nvSpPr>
        <p:spPr>
          <a:xfrm>
            <a:off x="3397950" y="2747775"/>
            <a:ext cx="2348100" cy="129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51" name="Google Shape;451;p20"/>
          <p:cNvSpPr txBox="1"/>
          <p:nvPr>
            <p:ph idx="3" type="subTitle"/>
          </p:nvPr>
        </p:nvSpPr>
        <p:spPr>
          <a:xfrm>
            <a:off x="5944675" y="2747776"/>
            <a:ext cx="2348100" cy="129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52" name="Google Shape;452;p20"/>
          <p:cNvSpPr txBox="1"/>
          <p:nvPr>
            <p:ph idx="4" type="subTitle"/>
          </p:nvPr>
        </p:nvSpPr>
        <p:spPr>
          <a:xfrm>
            <a:off x="851225" y="2388875"/>
            <a:ext cx="2348100" cy="42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53" name="Google Shape;453;p20"/>
          <p:cNvSpPr txBox="1"/>
          <p:nvPr>
            <p:ph idx="5" type="subTitle"/>
          </p:nvPr>
        </p:nvSpPr>
        <p:spPr>
          <a:xfrm>
            <a:off x="3397954" y="2388875"/>
            <a:ext cx="2348100" cy="42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54" name="Google Shape;454;p20"/>
          <p:cNvSpPr txBox="1"/>
          <p:nvPr>
            <p:ph idx="6" type="subTitle"/>
          </p:nvPr>
        </p:nvSpPr>
        <p:spPr>
          <a:xfrm>
            <a:off x="5944675" y="2388875"/>
            <a:ext cx="2348100" cy="42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55" name="Google Shape;455;p20"/>
          <p:cNvSpPr/>
          <p:nvPr/>
        </p:nvSpPr>
        <p:spPr>
          <a:xfrm>
            <a:off x="-209101" y="4703799"/>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nvGrpSpPr>
          <p:cNvPr id="456" name="Google Shape;456;p20"/>
          <p:cNvGrpSpPr/>
          <p:nvPr/>
        </p:nvGrpSpPr>
        <p:grpSpPr>
          <a:xfrm rot="5400000">
            <a:off x="8403870" y="4419279"/>
            <a:ext cx="745046" cy="87267"/>
            <a:chOff x="2564491" y="2319754"/>
            <a:chExt cx="1108865" cy="129900"/>
          </a:xfrm>
        </p:grpSpPr>
        <p:sp>
          <p:nvSpPr>
            <p:cNvPr id="457" name="Google Shape;457;p20"/>
            <p:cNvSpPr/>
            <p:nvPr/>
          </p:nvSpPr>
          <p:spPr>
            <a:xfrm>
              <a:off x="2564491" y="2319754"/>
              <a:ext cx="129900" cy="1299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20"/>
            <p:cNvSpPr/>
            <p:nvPr/>
          </p:nvSpPr>
          <p:spPr>
            <a:xfrm>
              <a:off x="2890412" y="2319754"/>
              <a:ext cx="131100" cy="1299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20"/>
            <p:cNvSpPr/>
            <p:nvPr/>
          </p:nvSpPr>
          <p:spPr>
            <a:xfrm>
              <a:off x="3216331" y="2319754"/>
              <a:ext cx="131100" cy="1299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20"/>
            <p:cNvSpPr/>
            <p:nvPr/>
          </p:nvSpPr>
          <p:spPr>
            <a:xfrm>
              <a:off x="3538356" y="2319754"/>
              <a:ext cx="135000" cy="1299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61" name="Shape 461"/>
        <p:cNvGrpSpPr/>
        <p:nvPr/>
      </p:nvGrpSpPr>
      <p:grpSpPr>
        <a:xfrm>
          <a:off x="0" y="0"/>
          <a:ext cx="0" cy="0"/>
          <a:chOff x="0" y="0"/>
          <a:chExt cx="0" cy="0"/>
        </a:xfrm>
      </p:grpSpPr>
      <p:sp>
        <p:nvSpPr>
          <p:cNvPr id="462" name="Google Shape;462;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Sora ExtraBold"/>
              <a:buNone/>
              <a:defRPr b="0">
                <a:latin typeface="Sora ExtraBold"/>
                <a:ea typeface="Sora ExtraBold"/>
                <a:cs typeface="Sora ExtraBold"/>
                <a:sym typeface="Sora ExtraBold"/>
              </a:defRPr>
            </a:lvl2pPr>
            <a:lvl3pPr lvl="2" rtl="0">
              <a:spcBef>
                <a:spcPts val="0"/>
              </a:spcBef>
              <a:spcAft>
                <a:spcPts val="0"/>
              </a:spcAft>
              <a:buSzPts val="3000"/>
              <a:buFont typeface="Sora ExtraBold"/>
              <a:buNone/>
              <a:defRPr b="0">
                <a:latin typeface="Sora ExtraBold"/>
                <a:ea typeface="Sora ExtraBold"/>
                <a:cs typeface="Sora ExtraBold"/>
                <a:sym typeface="Sora ExtraBold"/>
              </a:defRPr>
            </a:lvl3pPr>
            <a:lvl4pPr lvl="3" rtl="0">
              <a:spcBef>
                <a:spcPts val="0"/>
              </a:spcBef>
              <a:spcAft>
                <a:spcPts val="0"/>
              </a:spcAft>
              <a:buSzPts val="3000"/>
              <a:buFont typeface="Sora ExtraBold"/>
              <a:buNone/>
              <a:defRPr b="0">
                <a:latin typeface="Sora ExtraBold"/>
                <a:ea typeface="Sora ExtraBold"/>
                <a:cs typeface="Sora ExtraBold"/>
                <a:sym typeface="Sora ExtraBold"/>
              </a:defRPr>
            </a:lvl4pPr>
            <a:lvl5pPr lvl="4" rtl="0">
              <a:spcBef>
                <a:spcPts val="0"/>
              </a:spcBef>
              <a:spcAft>
                <a:spcPts val="0"/>
              </a:spcAft>
              <a:buSzPts val="3000"/>
              <a:buFont typeface="Sora ExtraBold"/>
              <a:buNone/>
              <a:defRPr b="0">
                <a:latin typeface="Sora ExtraBold"/>
                <a:ea typeface="Sora ExtraBold"/>
                <a:cs typeface="Sora ExtraBold"/>
                <a:sym typeface="Sora ExtraBold"/>
              </a:defRPr>
            </a:lvl5pPr>
            <a:lvl6pPr lvl="5" rtl="0">
              <a:spcBef>
                <a:spcPts val="0"/>
              </a:spcBef>
              <a:spcAft>
                <a:spcPts val="0"/>
              </a:spcAft>
              <a:buSzPts val="3000"/>
              <a:buFont typeface="Sora ExtraBold"/>
              <a:buNone/>
              <a:defRPr b="0">
                <a:latin typeface="Sora ExtraBold"/>
                <a:ea typeface="Sora ExtraBold"/>
                <a:cs typeface="Sora ExtraBold"/>
                <a:sym typeface="Sora ExtraBold"/>
              </a:defRPr>
            </a:lvl6pPr>
            <a:lvl7pPr lvl="6" rtl="0">
              <a:spcBef>
                <a:spcPts val="0"/>
              </a:spcBef>
              <a:spcAft>
                <a:spcPts val="0"/>
              </a:spcAft>
              <a:buSzPts val="3000"/>
              <a:buFont typeface="Sora ExtraBold"/>
              <a:buNone/>
              <a:defRPr b="0">
                <a:latin typeface="Sora ExtraBold"/>
                <a:ea typeface="Sora ExtraBold"/>
                <a:cs typeface="Sora ExtraBold"/>
                <a:sym typeface="Sora ExtraBold"/>
              </a:defRPr>
            </a:lvl7pPr>
            <a:lvl8pPr lvl="7" rtl="0">
              <a:spcBef>
                <a:spcPts val="0"/>
              </a:spcBef>
              <a:spcAft>
                <a:spcPts val="0"/>
              </a:spcAft>
              <a:buSzPts val="3000"/>
              <a:buFont typeface="Sora ExtraBold"/>
              <a:buNone/>
              <a:defRPr b="0">
                <a:latin typeface="Sora ExtraBold"/>
                <a:ea typeface="Sora ExtraBold"/>
                <a:cs typeface="Sora ExtraBold"/>
                <a:sym typeface="Sora ExtraBold"/>
              </a:defRPr>
            </a:lvl8pPr>
            <a:lvl9pPr lvl="8" rtl="0">
              <a:spcBef>
                <a:spcPts val="0"/>
              </a:spcBef>
              <a:spcAft>
                <a:spcPts val="0"/>
              </a:spcAft>
              <a:buSzPts val="3000"/>
              <a:buFont typeface="Sora ExtraBold"/>
              <a:buNone/>
              <a:defRPr b="0">
                <a:latin typeface="Sora ExtraBold"/>
                <a:ea typeface="Sora ExtraBold"/>
                <a:cs typeface="Sora ExtraBold"/>
                <a:sym typeface="Sora ExtraBold"/>
              </a:defRPr>
            </a:lvl9pPr>
          </a:lstStyle>
          <a:p/>
        </p:txBody>
      </p:sp>
      <p:sp>
        <p:nvSpPr>
          <p:cNvPr id="463" name="Google Shape;463;p21"/>
          <p:cNvSpPr txBox="1"/>
          <p:nvPr>
            <p:ph idx="1" type="subTitle"/>
          </p:nvPr>
        </p:nvSpPr>
        <p:spPr>
          <a:xfrm>
            <a:off x="1581425" y="1826978"/>
            <a:ext cx="2949900" cy="88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64" name="Google Shape;464;p21"/>
          <p:cNvSpPr txBox="1"/>
          <p:nvPr>
            <p:ph idx="2" type="subTitle"/>
          </p:nvPr>
        </p:nvSpPr>
        <p:spPr>
          <a:xfrm>
            <a:off x="5318272" y="1826976"/>
            <a:ext cx="2949900" cy="88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65" name="Google Shape;465;p21"/>
          <p:cNvSpPr txBox="1"/>
          <p:nvPr>
            <p:ph idx="3" type="subTitle"/>
          </p:nvPr>
        </p:nvSpPr>
        <p:spPr>
          <a:xfrm>
            <a:off x="1581425" y="3398974"/>
            <a:ext cx="2949900" cy="88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66" name="Google Shape;466;p21"/>
          <p:cNvSpPr txBox="1"/>
          <p:nvPr>
            <p:ph idx="4" type="subTitle"/>
          </p:nvPr>
        </p:nvSpPr>
        <p:spPr>
          <a:xfrm>
            <a:off x="5318271" y="3398975"/>
            <a:ext cx="2949900" cy="88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67" name="Google Shape;467;p21"/>
          <p:cNvSpPr txBox="1"/>
          <p:nvPr>
            <p:ph idx="5" type="subTitle"/>
          </p:nvPr>
        </p:nvSpPr>
        <p:spPr>
          <a:xfrm>
            <a:off x="1581425" y="1516800"/>
            <a:ext cx="2949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68" name="Google Shape;468;p21"/>
          <p:cNvSpPr txBox="1"/>
          <p:nvPr>
            <p:ph idx="6" type="subTitle"/>
          </p:nvPr>
        </p:nvSpPr>
        <p:spPr>
          <a:xfrm>
            <a:off x="1581425" y="3088861"/>
            <a:ext cx="2949900" cy="377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69" name="Google Shape;469;p21"/>
          <p:cNvSpPr txBox="1"/>
          <p:nvPr>
            <p:ph idx="7" type="subTitle"/>
          </p:nvPr>
        </p:nvSpPr>
        <p:spPr>
          <a:xfrm>
            <a:off x="5318250" y="1516800"/>
            <a:ext cx="2949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70" name="Google Shape;470;p21"/>
          <p:cNvSpPr txBox="1"/>
          <p:nvPr>
            <p:ph idx="8" type="subTitle"/>
          </p:nvPr>
        </p:nvSpPr>
        <p:spPr>
          <a:xfrm>
            <a:off x="5318250" y="3088857"/>
            <a:ext cx="2949900" cy="377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grpSp>
        <p:nvGrpSpPr>
          <p:cNvPr id="471" name="Google Shape;471;p21"/>
          <p:cNvGrpSpPr/>
          <p:nvPr/>
        </p:nvGrpSpPr>
        <p:grpSpPr>
          <a:xfrm>
            <a:off x="8775392" y="539491"/>
            <a:ext cx="1062862" cy="1126062"/>
            <a:chOff x="1640984" y="4122391"/>
            <a:chExt cx="732503" cy="776059"/>
          </a:xfrm>
        </p:grpSpPr>
        <p:sp>
          <p:nvSpPr>
            <p:cNvPr id="472" name="Google Shape;472;p21"/>
            <p:cNvSpPr/>
            <p:nvPr/>
          </p:nvSpPr>
          <p:spPr>
            <a:xfrm>
              <a:off x="2207189" y="4732152"/>
              <a:ext cx="166298" cy="166298"/>
            </a:xfrm>
            <a:custGeom>
              <a:rect b="b" l="l" r="r" t="t"/>
              <a:pathLst>
                <a:path extrusionOk="0" h="126" w="126">
                  <a:moveTo>
                    <a:pt x="30" y="126"/>
                  </a:moveTo>
                  <a:lnTo>
                    <a:pt x="126" y="32"/>
                  </a:lnTo>
                  <a:lnTo>
                    <a:pt x="126" y="0"/>
                  </a:lnTo>
                  <a:lnTo>
                    <a:pt x="0" y="126"/>
                  </a:lnTo>
                  <a:lnTo>
                    <a:pt x="30" y="12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21"/>
            <p:cNvSpPr/>
            <p:nvPr/>
          </p:nvSpPr>
          <p:spPr>
            <a:xfrm>
              <a:off x="2040891" y="4565853"/>
              <a:ext cx="332596" cy="332597"/>
            </a:xfrm>
            <a:custGeom>
              <a:rect b="b" l="l" r="r" t="t"/>
              <a:pathLst>
                <a:path extrusionOk="0" h="252" w="252">
                  <a:moveTo>
                    <a:pt x="30" y="252"/>
                  </a:moveTo>
                  <a:lnTo>
                    <a:pt x="252" y="29"/>
                  </a:lnTo>
                  <a:lnTo>
                    <a:pt x="252" y="0"/>
                  </a:lnTo>
                  <a:lnTo>
                    <a:pt x="0" y="252"/>
                  </a:lnTo>
                  <a:lnTo>
                    <a:pt x="30" y="25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21"/>
            <p:cNvSpPr/>
            <p:nvPr/>
          </p:nvSpPr>
          <p:spPr>
            <a:xfrm>
              <a:off x="1871954" y="4395595"/>
              <a:ext cx="501533" cy="502855"/>
            </a:xfrm>
            <a:custGeom>
              <a:rect b="b" l="l" r="r" t="t"/>
              <a:pathLst>
                <a:path extrusionOk="0" h="381" w="380">
                  <a:moveTo>
                    <a:pt x="32" y="381"/>
                  </a:moveTo>
                  <a:lnTo>
                    <a:pt x="380" y="32"/>
                  </a:lnTo>
                  <a:lnTo>
                    <a:pt x="380" y="0"/>
                  </a:lnTo>
                  <a:lnTo>
                    <a:pt x="0" y="381"/>
                  </a:lnTo>
                  <a:lnTo>
                    <a:pt x="32" y="38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21"/>
            <p:cNvSpPr/>
            <p:nvPr/>
          </p:nvSpPr>
          <p:spPr>
            <a:xfrm>
              <a:off x="1705656" y="4229297"/>
              <a:ext cx="667831" cy="669153"/>
            </a:xfrm>
            <a:custGeom>
              <a:rect b="b" l="l" r="r" t="t"/>
              <a:pathLst>
                <a:path extrusionOk="0" h="507" w="506">
                  <a:moveTo>
                    <a:pt x="506" y="29"/>
                  </a:moveTo>
                  <a:lnTo>
                    <a:pt x="506" y="0"/>
                  </a:lnTo>
                  <a:lnTo>
                    <a:pt x="0" y="507"/>
                  </a:lnTo>
                  <a:lnTo>
                    <a:pt x="29" y="507"/>
                  </a:lnTo>
                  <a:lnTo>
                    <a:pt x="506"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21"/>
            <p:cNvSpPr/>
            <p:nvPr/>
          </p:nvSpPr>
          <p:spPr>
            <a:xfrm>
              <a:off x="1640984" y="4122391"/>
              <a:ext cx="707426" cy="711387"/>
            </a:xfrm>
            <a:custGeom>
              <a:rect b="b" l="l" r="r" t="t"/>
              <a:pathLst>
                <a:path extrusionOk="0" h="539" w="536">
                  <a:moveTo>
                    <a:pt x="507" y="0"/>
                  </a:moveTo>
                  <a:lnTo>
                    <a:pt x="0" y="510"/>
                  </a:lnTo>
                  <a:lnTo>
                    <a:pt x="0" y="539"/>
                  </a:lnTo>
                  <a:lnTo>
                    <a:pt x="536" y="0"/>
                  </a:lnTo>
                  <a:lnTo>
                    <a:pt x="507"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21"/>
            <p:cNvSpPr/>
            <p:nvPr/>
          </p:nvSpPr>
          <p:spPr>
            <a:xfrm>
              <a:off x="1640984" y="4122391"/>
              <a:ext cx="541128" cy="545089"/>
            </a:xfrm>
            <a:custGeom>
              <a:rect b="b" l="l" r="r" t="t"/>
              <a:pathLst>
                <a:path extrusionOk="0" h="413" w="410">
                  <a:moveTo>
                    <a:pt x="381" y="0"/>
                  </a:moveTo>
                  <a:lnTo>
                    <a:pt x="0" y="384"/>
                  </a:lnTo>
                  <a:lnTo>
                    <a:pt x="0" y="413"/>
                  </a:lnTo>
                  <a:lnTo>
                    <a:pt x="410" y="0"/>
                  </a:lnTo>
                  <a:lnTo>
                    <a:pt x="38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21"/>
            <p:cNvSpPr/>
            <p:nvPr/>
          </p:nvSpPr>
          <p:spPr>
            <a:xfrm>
              <a:off x="1640984" y="4122391"/>
              <a:ext cx="374830" cy="376152"/>
            </a:xfrm>
            <a:custGeom>
              <a:rect b="b" l="l" r="r" t="t"/>
              <a:pathLst>
                <a:path extrusionOk="0" h="285" w="284">
                  <a:moveTo>
                    <a:pt x="252" y="0"/>
                  </a:moveTo>
                  <a:lnTo>
                    <a:pt x="0" y="255"/>
                  </a:lnTo>
                  <a:lnTo>
                    <a:pt x="0" y="285"/>
                  </a:lnTo>
                  <a:lnTo>
                    <a:pt x="284" y="0"/>
                  </a:lnTo>
                  <a:lnTo>
                    <a:pt x="25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21"/>
            <p:cNvSpPr/>
            <p:nvPr/>
          </p:nvSpPr>
          <p:spPr>
            <a:xfrm>
              <a:off x="1640984" y="4122391"/>
              <a:ext cx="205893" cy="208533"/>
            </a:xfrm>
            <a:custGeom>
              <a:rect b="b" l="l" r="r" t="t"/>
              <a:pathLst>
                <a:path extrusionOk="0" h="158" w="156">
                  <a:moveTo>
                    <a:pt x="126" y="0"/>
                  </a:moveTo>
                  <a:lnTo>
                    <a:pt x="0" y="126"/>
                  </a:lnTo>
                  <a:lnTo>
                    <a:pt x="0" y="158"/>
                  </a:lnTo>
                  <a:lnTo>
                    <a:pt x="156" y="0"/>
                  </a:lnTo>
                  <a:lnTo>
                    <a:pt x="12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21"/>
            <p:cNvSpPr/>
            <p:nvPr/>
          </p:nvSpPr>
          <p:spPr>
            <a:xfrm>
              <a:off x="1640984" y="4122391"/>
              <a:ext cx="39595" cy="39595"/>
            </a:xfrm>
            <a:custGeom>
              <a:rect b="b" l="l" r="r" t="t"/>
              <a:pathLst>
                <a:path extrusionOk="0" h="30" w="30">
                  <a:moveTo>
                    <a:pt x="0" y="0"/>
                  </a:moveTo>
                  <a:lnTo>
                    <a:pt x="0" y="30"/>
                  </a:lnTo>
                  <a:lnTo>
                    <a:pt x="3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81" name="Google Shape;481;p21"/>
          <p:cNvGrpSpPr/>
          <p:nvPr/>
        </p:nvGrpSpPr>
        <p:grpSpPr>
          <a:xfrm>
            <a:off x="346626" y="4193251"/>
            <a:ext cx="9021124" cy="743624"/>
            <a:chOff x="346626" y="4193251"/>
            <a:chExt cx="9021124" cy="743624"/>
          </a:xfrm>
        </p:grpSpPr>
        <p:sp>
          <p:nvSpPr>
            <p:cNvPr id="482" name="Google Shape;482;p21"/>
            <p:cNvSpPr/>
            <p:nvPr/>
          </p:nvSpPr>
          <p:spPr>
            <a:xfrm>
              <a:off x="8119224" y="4660899"/>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483" name="Google Shape;483;p21"/>
            <p:cNvSpPr/>
            <p:nvPr/>
          </p:nvSpPr>
          <p:spPr>
            <a:xfrm>
              <a:off x="346626" y="4193251"/>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84" name="Shape 484"/>
        <p:cNvGrpSpPr/>
        <p:nvPr/>
      </p:nvGrpSpPr>
      <p:grpSpPr>
        <a:xfrm>
          <a:off x="0" y="0"/>
          <a:ext cx="0" cy="0"/>
          <a:chOff x="0" y="0"/>
          <a:chExt cx="0" cy="0"/>
        </a:xfrm>
      </p:grpSpPr>
      <p:sp>
        <p:nvSpPr>
          <p:cNvPr id="485" name="Google Shape;485;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Sora ExtraBold"/>
              <a:buNone/>
              <a:defRPr b="0">
                <a:latin typeface="Sora ExtraBold"/>
                <a:ea typeface="Sora ExtraBold"/>
                <a:cs typeface="Sora ExtraBold"/>
                <a:sym typeface="Sora ExtraBold"/>
              </a:defRPr>
            </a:lvl2pPr>
            <a:lvl3pPr lvl="2" rtl="0">
              <a:spcBef>
                <a:spcPts val="0"/>
              </a:spcBef>
              <a:spcAft>
                <a:spcPts val="0"/>
              </a:spcAft>
              <a:buSzPts val="3000"/>
              <a:buFont typeface="Sora ExtraBold"/>
              <a:buNone/>
              <a:defRPr b="0">
                <a:latin typeface="Sora ExtraBold"/>
                <a:ea typeface="Sora ExtraBold"/>
                <a:cs typeface="Sora ExtraBold"/>
                <a:sym typeface="Sora ExtraBold"/>
              </a:defRPr>
            </a:lvl3pPr>
            <a:lvl4pPr lvl="3" rtl="0">
              <a:spcBef>
                <a:spcPts val="0"/>
              </a:spcBef>
              <a:spcAft>
                <a:spcPts val="0"/>
              </a:spcAft>
              <a:buSzPts val="3000"/>
              <a:buFont typeface="Sora ExtraBold"/>
              <a:buNone/>
              <a:defRPr b="0">
                <a:latin typeface="Sora ExtraBold"/>
                <a:ea typeface="Sora ExtraBold"/>
                <a:cs typeface="Sora ExtraBold"/>
                <a:sym typeface="Sora ExtraBold"/>
              </a:defRPr>
            </a:lvl4pPr>
            <a:lvl5pPr lvl="4" rtl="0">
              <a:spcBef>
                <a:spcPts val="0"/>
              </a:spcBef>
              <a:spcAft>
                <a:spcPts val="0"/>
              </a:spcAft>
              <a:buSzPts val="3000"/>
              <a:buFont typeface="Sora ExtraBold"/>
              <a:buNone/>
              <a:defRPr b="0">
                <a:latin typeface="Sora ExtraBold"/>
                <a:ea typeface="Sora ExtraBold"/>
                <a:cs typeface="Sora ExtraBold"/>
                <a:sym typeface="Sora ExtraBold"/>
              </a:defRPr>
            </a:lvl5pPr>
            <a:lvl6pPr lvl="5" rtl="0">
              <a:spcBef>
                <a:spcPts val="0"/>
              </a:spcBef>
              <a:spcAft>
                <a:spcPts val="0"/>
              </a:spcAft>
              <a:buSzPts val="3000"/>
              <a:buFont typeface="Sora ExtraBold"/>
              <a:buNone/>
              <a:defRPr b="0">
                <a:latin typeface="Sora ExtraBold"/>
                <a:ea typeface="Sora ExtraBold"/>
                <a:cs typeface="Sora ExtraBold"/>
                <a:sym typeface="Sora ExtraBold"/>
              </a:defRPr>
            </a:lvl6pPr>
            <a:lvl7pPr lvl="6" rtl="0">
              <a:spcBef>
                <a:spcPts val="0"/>
              </a:spcBef>
              <a:spcAft>
                <a:spcPts val="0"/>
              </a:spcAft>
              <a:buSzPts val="3000"/>
              <a:buFont typeface="Sora ExtraBold"/>
              <a:buNone/>
              <a:defRPr b="0">
                <a:latin typeface="Sora ExtraBold"/>
                <a:ea typeface="Sora ExtraBold"/>
                <a:cs typeface="Sora ExtraBold"/>
                <a:sym typeface="Sora ExtraBold"/>
              </a:defRPr>
            </a:lvl7pPr>
            <a:lvl8pPr lvl="7" rtl="0">
              <a:spcBef>
                <a:spcPts val="0"/>
              </a:spcBef>
              <a:spcAft>
                <a:spcPts val="0"/>
              </a:spcAft>
              <a:buSzPts val="3000"/>
              <a:buFont typeface="Sora ExtraBold"/>
              <a:buNone/>
              <a:defRPr b="0">
                <a:latin typeface="Sora ExtraBold"/>
                <a:ea typeface="Sora ExtraBold"/>
                <a:cs typeface="Sora ExtraBold"/>
                <a:sym typeface="Sora ExtraBold"/>
              </a:defRPr>
            </a:lvl8pPr>
            <a:lvl9pPr lvl="8" rtl="0">
              <a:spcBef>
                <a:spcPts val="0"/>
              </a:spcBef>
              <a:spcAft>
                <a:spcPts val="0"/>
              </a:spcAft>
              <a:buSzPts val="3000"/>
              <a:buFont typeface="Sora ExtraBold"/>
              <a:buNone/>
              <a:defRPr b="0">
                <a:latin typeface="Sora ExtraBold"/>
                <a:ea typeface="Sora ExtraBold"/>
                <a:cs typeface="Sora ExtraBold"/>
                <a:sym typeface="Sora ExtraBold"/>
              </a:defRPr>
            </a:lvl9pPr>
          </a:lstStyle>
          <a:p/>
        </p:txBody>
      </p:sp>
      <p:sp>
        <p:nvSpPr>
          <p:cNvPr id="486" name="Google Shape;486;p22"/>
          <p:cNvSpPr txBox="1"/>
          <p:nvPr>
            <p:ph idx="1" type="subTitle"/>
          </p:nvPr>
        </p:nvSpPr>
        <p:spPr>
          <a:xfrm>
            <a:off x="852745" y="1969813"/>
            <a:ext cx="2282400" cy="870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87" name="Google Shape;487;p22"/>
          <p:cNvSpPr txBox="1"/>
          <p:nvPr>
            <p:ph idx="2" type="subTitle"/>
          </p:nvPr>
        </p:nvSpPr>
        <p:spPr>
          <a:xfrm>
            <a:off x="3379605" y="1969821"/>
            <a:ext cx="2384100" cy="870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88" name="Google Shape;488;p22"/>
          <p:cNvSpPr txBox="1"/>
          <p:nvPr>
            <p:ph idx="3" type="subTitle"/>
          </p:nvPr>
        </p:nvSpPr>
        <p:spPr>
          <a:xfrm>
            <a:off x="852745" y="3801275"/>
            <a:ext cx="2282400" cy="870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89" name="Google Shape;489;p22"/>
          <p:cNvSpPr txBox="1"/>
          <p:nvPr>
            <p:ph idx="4" type="subTitle"/>
          </p:nvPr>
        </p:nvSpPr>
        <p:spPr>
          <a:xfrm>
            <a:off x="3379605" y="3801276"/>
            <a:ext cx="2384100" cy="870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90" name="Google Shape;490;p22"/>
          <p:cNvSpPr txBox="1"/>
          <p:nvPr>
            <p:ph idx="5" type="subTitle"/>
          </p:nvPr>
        </p:nvSpPr>
        <p:spPr>
          <a:xfrm>
            <a:off x="6008505" y="1969818"/>
            <a:ext cx="2282400" cy="870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91" name="Google Shape;491;p22"/>
          <p:cNvSpPr txBox="1"/>
          <p:nvPr>
            <p:ph idx="6" type="subTitle"/>
          </p:nvPr>
        </p:nvSpPr>
        <p:spPr>
          <a:xfrm>
            <a:off x="6008505" y="3801275"/>
            <a:ext cx="2282400" cy="870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492" name="Google Shape;492;p22"/>
          <p:cNvSpPr txBox="1"/>
          <p:nvPr>
            <p:ph idx="7" type="subTitle"/>
          </p:nvPr>
        </p:nvSpPr>
        <p:spPr>
          <a:xfrm>
            <a:off x="852920" y="1581563"/>
            <a:ext cx="2282400" cy="456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93" name="Google Shape;493;p22"/>
          <p:cNvSpPr txBox="1"/>
          <p:nvPr>
            <p:ph idx="8" type="subTitle"/>
          </p:nvPr>
        </p:nvSpPr>
        <p:spPr>
          <a:xfrm>
            <a:off x="3380980" y="1581563"/>
            <a:ext cx="2381700" cy="456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94" name="Google Shape;494;p22"/>
          <p:cNvSpPr txBox="1"/>
          <p:nvPr>
            <p:ph idx="9" type="subTitle"/>
          </p:nvPr>
        </p:nvSpPr>
        <p:spPr>
          <a:xfrm>
            <a:off x="6009705" y="1581563"/>
            <a:ext cx="2280000" cy="456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95" name="Google Shape;495;p22"/>
          <p:cNvSpPr txBox="1"/>
          <p:nvPr>
            <p:ph idx="13" type="subTitle"/>
          </p:nvPr>
        </p:nvSpPr>
        <p:spPr>
          <a:xfrm>
            <a:off x="852745" y="3415583"/>
            <a:ext cx="2282400" cy="45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96" name="Google Shape;496;p22"/>
          <p:cNvSpPr txBox="1"/>
          <p:nvPr>
            <p:ph idx="14" type="subTitle"/>
          </p:nvPr>
        </p:nvSpPr>
        <p:spPr>
          <a:xfrm>
            <a:off x="3380805" y="3415580"/>
            <a:ext cx="2381700" cy="45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sp>
        <p:nvSpPr>
          <p:cNvPr id="497" name="Google Shape;497;p22"/>
          <p:cNvSpPr txBox="1"/>
          <p:nvPr>
            <p:ph idx="15" type="subTitle"/>
          </p:nvPr>
        </p:nvSpPr>
        <p:spPr>
          <a:xfrm>
            <a:off x="6008505" y="3415576"/>
            <a:ext cx="2282400" cy="45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Sora ExtraBold"/>
              <a:buNone/>
              <a:defRPr sz="1700">
                <a:solidFill>
                  <a:schemeClr val="dk1"/>
                </a:solidFill>
                <a:latin typeface="Sora ExtraBold"/>
                <a:ea typeface="Sora ExtraBold"/>
                <a:cs typeface="Sora ExtraBold"/>
                <a:sym typeface="Sora ExtraBold"/>
              </a:defRPr>
            </a:lvl1pPr>
            <a:lvl2pPr lvl="1"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2pPr>
            <a:lvl3pPr lvl="2"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3pPr>
            <a:lvl4pPr lvl="3"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4pPr>
            <a:lvl5pPr lvl="4"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5pPr>
            <a:lvl6pPr lvl="5"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6pPr>
            <a:lvl7pPr lvl="6"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7pPr>
            <a:lvl8pPr lvl="7"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8pPr>
            <a:lvl9pPr lvl="8" rtl="0" algn="ctr">
              <a:lnSpc>
                <a:spcPct val="100000"/>
              </a:lnSpc>
              <a:spcBef>
                <a:spcPts val="0"/>
              </a:spcBef>
              <a:spcAft>
                <a:spcPts val="0"/>
              </a:spcAft>
              <a:buSzPts val="2400"/>
              <a:buFont typeface="Sora ExtraBold"/>
              <a:buNone/>
              <a:defRPr sz="2400">
                <a:latin typeface="Sora ExtraBold"/>
                <a:ea typeface="Sora ExtraBold"/>
                <a:cs typeface="Sora ExtraBold"/>
                <a:sym typeface="Sora ExtraBold"/>
              </a:defRPr>
            </a:lvl9pPr>
          </a:lstStyle>
          <a:p/>
        </p:txBody>
      </p:sp>
      <p:grpSp>
        <p:nvGrpSpPr>
          <p:cNvPr id="498" name="Google Shape;498;p22"/>
          <p:cNvGrpSpPr/>
          <p:nvPr/>
        </p:nvGrpSpPr>
        <p:grpSpPr>
          <a:xfrm>
            <a:off x="-649425" y="262001"/>
            <a:ext cx="9126776" cy="3047224"/>
            <a:chOff x="-649425" y="262001"/>
            <a:chExt cx="9126776" cy="3047224"/>
          </a:xfrm>
        </p:grpSpPr>
        <p:sp>
          <p:nvSpPr>
            <p:cNvPr id="499" name="Google Shape;499;p22"/>
            <p:cNvSpPr/>
            <p:nvPr/>
          </p:nvSpPr>
          <p:spPr>
            <a:xfrm>
              <a:off x="-649425" y="3078100"/>
              <a:ext cx="1195350" cy="231125"/>
            </a:xfrm>
            <a:custGeom>
              <a:rect b="b" l="l" r="r" t="t"/>
              <a:pathLst>
                <a:path extrusionOk="0" h="113" w="585">
                  <a:moveTo>
                    <a:pt x="585" y="5"/>
                  </a:moveTo>
                  <a:cubicBezTo>
                    <a:pt x="566" y="14"/>
                    <a:pt x="554" y="33"/>
                    <a:pt x="545" y="48"/>
                  </a:cubicBezTo>
                  <a:cubicBezTo>
                    <a:pt x="532" y="69"/>
                    <a:pt x="524" y="82"/>
                    <a:pt x="509" y="82"/>
                  </a:cubicBezTo>
                  <a:cubicBezTo>
                    <a:pt x="494" y="82"/>
                    <a:pt x="485" y="69"/>
                    <a:pt x="473" y="48"/>
                  </a:cubicBezTo>
                  <a:cubicBezTo>
                    <a:pt x="460" y="27"/>
                    <a:pt x="444" y="0"/>
                    <a:pt x="410" y="0"/>
                  </a:cubicBezTo>
                  <a:cubicBezTo>
                    <a:pt x="377" y="0"/>
                    <a:pt x="361" y="27"/>
                    <a:pt x="348" y="48"/>
                  </a:cubicBezTo>
                  <a:cubicBezTo>
                    <a:pt x="335" y="69"/>
                    <a:pt x="327" y="82"/>
                    <a:pt x="312" y="82"/>
                  </a:cubicBezTo>
                  <a:cubicBezTo>
                    <a:pt x="296" y="82"/>
                    <a:pt x="288" y="69"/>
                    <a:pt x="276" y="48"/>
                  </a:cubicBezTo>
                  <a:cubicBezTo>
                    <a:pt x="263" y="27"/>
                    <a:pt x="246" y="0"/>
                    <a:pt x="213" y="0"/>
                  </a:cubicBezTo>
                  <a:cubicBezTo>
                    <a:pt x="180" y="0"/>
                    <a:pt x="163" y="27"/>
                    <a:pt x="150" y="48"/>
                  </a:cubicBezTo>
                  <a:cubicBezTo>
                    <a:pt x="138" y="69"/>
                    <a:pt x="130" y="82"/>
                    <a:pt x="114" y="82"/>
                  </a:cubicBezTo>
                  <a:cubicBezTo>
                    <a:pt x="99" y="82"/>
                    <a:pt x="91" y="69"/>
                    <a:pt x="79" y="48"/>
                  </a:cubicBezTo>
                  <a:cubicBezTo>
                    <a:pt x="65" y="27"/>
                    <a:pt x="49" y="0"/>
                    <a:pt x="16" y="0"/>
                  </a:cubicBezTo>
                  <a:cubicBezTo>
                    <a:pt x="7" y="0"/>
                    <a:pt x="0" y="7"/>
                    <a:pt x="0" y="16"/>
                  </a:cubicBezTo>
                  <a:cubicBezTo>
                    <a:pt x="0" y="24"/>
                    <a:pt x="7" y="31"/>
                    <a:pt x="16" y="31"/>
                  </a:cubicBezTo>
                  <a:cubicBezTo>
                    <a:pt x="31" y="31"/>
                    <a:pt x="39" y="44"/>
                    <a:pt x="52" y="65"/>
                  </a:cubicBezTo>
                  <a:cubicBezTo>
                    <a:pt x="65" y="86"/>
                    <a:pt x="81" y="113"/>
                    <a:pt x="114" y="113"/>
                  </a:cubicBezTo>
                  <a:cubicBezTo>
                    <a:pt x="148" y="113"/>
                    <a:pt x="164" y="86"/>
                    <a:pt x="177" y="65"/>
                  </a:cubicBezTo>
                  <a:cubicBezTo>
                    <a:pt x="190" y="44"/>
                    <a:pt x="198" y="31"/>
                    <a:pt x="213" y="31"/>
                  </a:cubicBezTo>
                  <a:cubicBezTo>
                    <a:pt x="228" y="31"/>
                    <a:pt x="237" y="44"/>
                    <a:pt x="249" y="65"/>
                  </a:cubicBezTo>
                  <a:cubicBezTo>
                    <a:pt x="262" y="86"/>
                    <a:pt x="278" y="113"/>
                    <a:pt x="312" y="113"/>
                  </a:cubicBezTo>
                  <a:cubicBezTo>
                    <a:pt x="345" y="113"/>
                    <a:pt x="361" y="86"/>
                    <a:pt x="374" y="65"/>
                  </a:cubicBezTo>
                  <a:cubicBezTo>
                    <a:pt x="387" y="44"/>
                    <a:pt x="395" y="31"/>
                    <a:pt x="410" y="31"/>
                  </a:cubicBezTo>
                  <a:cubicBezTo>
                    <a:pt x="425" y="31"/>
                    <a:pt x="434" y="44"/>
                    <a:pt x="446" y="65"/>
                  </a:cubicBezTo>
                  <a:cubicBezTo>
                    <a:pt x="459" y="86"/>
                    <a:pt x="475" y="113"/>
                    <a:pt x="509" y="113"/>
                  </a:cubicBezTo>
                  <a:cubicBezTo>
                    <a:pt x="542" y="113"/>
                    <a:pt x="558" y="86"/>
                    <a:pt x="571" y="65"/>
                  </a:cubicBezTo>
                  <a:cubicBezTo>
                    <a:pt x="576" y="56"/>
                    <a:pt x="581" y="49"/>
                    <a:pt x="585" y="44"/>
                  </a:cubicBezTo>
                  <a:lnTo>
                    <a:pt x="585" y="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22"/>
            <p:cNvSpPr/>
            <p:nvPr/>
          </p:nvSpPr>
          <p:spPr>
            <a:xfrm>
              <a:off x="8172401" y="262001"/>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501" name="Google Shape;501;p22"/>
          <p:cNvGrpSpPr/>
          <p:nvPr/>
        </p:nvGrpSpPr>
        <p:grpSpPr>
          <a:xfrm>
            <a:off x="8751184" y="4031616"/>
            <a:ext cx="943251" cy="945099"/>
            <a:chOff x="4428425" y="1360736"/>
            <a:chExt cx="1077385" cy="1079497"/>
          </a:xfrm>
        </p:grpSpPr>
        <p:sp>
          <p:nvSpPr>
            <p:cNvPr id="502" name="Google Shape;502;p22"/>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03" name="Google Shape;503;p22"/>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04" name="Google Shape;504;p22"/>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05" name="Google Shape;505;p22"/>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06" name="Google Shape;506;p22"/>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07" name="Google Shape;507;p22"/>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508" name="Shape 508"/>
        <p:cNvGrpSpPr/>
        <p:nvPr/>
      </p:nvGrpSpPr>
      <p:grpSpPr>
        <a:xfrm>
          <a:off x="0" y="0"/>
          <a:ext cx="0" cy="0"/>
          <a:chOff x="0" y="0"/>
          <a:chExt cx="0" cy="0"/>
        </a:xfrm>
      </p:grpSpPr>
      <p:sp>
        <p:nvSpPr>
          <p:cNvPr id="509" name="Google Shape;509;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10" name="Google Shape;510;p23"/>
          <p:cNvGrpSpPr/>
          <p:nvPr/>
        </p:nvGrpSpPr>
        <p:grpSpPr>
          <a:xfrm>
            <a:off x="7959799" y="263524"/>
            <a:ext cx="1248525" cy="4642502"/>
            <a:chOff x="7959799" y="263524"/>
            <a:chExt cx="1248525" cy="4642502"/>
          </a:xfrm>
        </p:grpSpPr>
        <p:sp>
          <p:nvSpPr>
            <p:cNvPr id="511" name="Google Shape;511;p23"/>
            <p:cNvSpPr/>
            <p:nvPr/>
          </p:nvSpPr>
          <p:spPr>
            <a:xfrm>
              <a:off x="7959799" y="263524"/>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12" name="Google Shape;512;p23"/>
            <p:cNvSpPr/>
            <p:nvPr/>
          </p:nvSpPr>
          <p:spPr>
            <a:xfrm>
              <a:off x="8619751" y="4603976"/>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513" name="Google Shape;513;p23"/>
          <p:cNvGrpSpPr/>
          <p:nvPr/>
        </p:nvGrpSpPr>
        <p:grpSpPr>
          <a:xfrm rot="-5400000">
            <a:off x="-394373" y="4765986"/>
            <a:ext cx="1584330" cy="850733"/>
            <a:chOff x="1673821" y="2798659"/>
            <a:chExt cx="1896492" cy="1018353"/>
          </a:xfrm>
        </p:grpSpPr>
        <p:sp>
          <p:nvSpPr>
            <p:cNvPr id="514" name="Google Shape;514;p23"/>
            <p:cNvSpPr/>
            <p:nvPr/>
          </p:nvSpPr>
          <p:spPr>
            <a:xfrm>
              <a:off x="3432214" y="2798659"/>
              <a:ext cx="138099" cy="134937"/>
            </a:xfrm>
            <a:custGeom>
              <a:rect b="b" l="l" r="r" t="t"/>
              <a:pathLst>
                <a:path extrusionOk="0" h="38" w="39">
                  <a:moveTo>
                    <a:pt x="39" y="13"/>
                  </a:moveTo>
                  <a:cubicBezTo>
                    <a:pt x="26" y="0"/>
                    <a:pt x="26" y="0"/>
                    <a:pt x="26" y="0"/>
                  </a:cubicBezTo>
                  <a:cubicBezTo>
                    <a:pt x="0" y="0"/>
                    <a:pt x="0" y="0"/>
                    <a:pt x="0" y="0"/>
                  </a:cubicBezTo>
                  <a:cubicBezTo>
                    <a:pt x="38" y="38"/>
                    <a:pt x="38" y="38"/>
                    <a:pt x="38" y="38"/>
                  </a:cubicBezTo>
                  <a:cubicBezTo>
                    <a:pt x="39" y="30"/>
                    <a:pt x="39" y="21"/>
                    <a:pt x="3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15" name="Google Shape;515;p23"/>
            <p:cNvSpPr/>
            <p:nvPr/>
          </p:nvSpPr>
          <p:spPr>
            <a:xfrm>
              <a:off x="3247730" y="2798659"/>
              <a:ext cx="312041" cy="294121"/>
            </a:xfrm>
            <a:custGeom>
              <a:rect b="b" l="l" r="r" t="t"/>
              <a:pathLst>
                <a:path extrusionOk="0" h="83" w="88">
                  <a:moveTo>
                    <a:pt x="0" y="0"/>
                  </a:moveTo>
                  <a:cubicBezTo>
                    <a:pt x="83" y="83"/>
                    <a:pt x="83" y="83"/>
                    <a:pt x="83" y="83"/>
                  </a:cubicBezTo>
                  <a:cubicBezTo>
                    <a:pt x="85" y="76"/>
                    <a:pt x="86" y="69"/>
                    <a:pt x="88" y="6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16" name="Google Shape;516;p23"/>
            <p:cNvSpPr/>
            <p:nvPr/>
          </p:nvSpPr>
          <p:spPr>
            <a:xfrm>
              <a:off x="3060084" y="2798659"/>
              <a:ext cx="460682" cy="436437"/>
            </a:xfrm>
            <a:custGeom>
              <a:rect b="b" l="l" r="r" t="t"/>
              <a:pathLst>
                <a:path extrusionOk="0" h="123" w="130">
                  <a:moveTo>
                    <a:pt x="0" y="0"/>
                  </a:moveTo>
                  <a:cubicBezTo>
                    <a:pt x="123" y="123"/>
                    <a:pt x="123" y="123"/>
                    <a:pt x="123" y="123"/>
                  </a:cubicBezTo>
                  <a:cubicBezTo>
                    <a:pt x="126" y="116"/>
                    <a:pt x="128" y="110"/>
                    <a:pt x="130" y="103"/>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17" name="Google Shape;517;p23"/>
            <p:cNvSpPr/>
            <p:nvPr/>
          </p:nvSpPr>
          <p:spPr>
            <a:xfrm>
              <a:off x="2875600" y="2798659"/>
              <a:ext cx="591402" cy="556615"/>
            </a:xfrm>
            <a:custGeom>
              <a:rect b="b" l="l" r="r" t="t"/>
              <a:pathLst>
                <a:path extrusionOk="0" h="157" w="167">
                  <a:moveTo>
                    <a:pt x="0" y="0"/>
                  </a:moveTo>
                  <a:cubicBezTo>
                    <a:pt x="158" y="157"/>
                    <a:pt x="158" y="157"/>
                    <a:pt x="158" y="157"/>
                  </a:cubicBezTo>
                  <a:cubicBezTo>
                    <a:pt x="161" y="152"/>
                    <a:pt x="164" y="146"/>
                    <a:pt x="167" y="140"/>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18" name="Google Shape;518;p23"/>
            <p:cNvSpPr/>
            <p:nvPr/>
          </p:nvSpPr>
          <p:spPr>
            <a:xfrm>
              <a:off x="2691116" y="2798659"/>
              <a:ext cx="705255" cy="667306"/>
            </a:xfrm>
            <a:custGeom>
              <a:rect b="b" l="l" r="r" t="t"/>
              <a:pathLst>
                <a:path extrusionOk="0" h="188" w="199">
                  <a:moveTo>
                    <a:pt x="0" y="0"/>
                  </a:moveTo>
                  <a:cubicBezTo>
                    <a:pt x="188" y="188"/>
                    <a:pt x="188" y="188"/>
                    <a:pt x="188" y="188"/>
                  </a:cubicBezTo>
                  <a:cubicBezTo>
                    <a:pt x="192" y="183"/>
                    <a:pt x="196" y="178"/>
                    <a:pt x="199" y="173"/>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19" name="Google Shape;519;p23"/>
            <p:cNvSpPr/>
            <p:nvPr/>
          </p:nvSpPr>
          <p:spPr>
            <a:xfrm>
              <a:off x="2506633" y="2798659"/>
              <a:ext cx="808566" cy="763238"/>
            </a:xfrm>
            <a:custGeom>
              <a:rect b="b" l="l" r="r" t="t"/>
              <a:pathLst>
                <a:path extrusionOk="0" h="215" w="228">
                  <a:moveTo>
                    <a:pt x="0" y="0"/>
                  </a:moveTo>
                  <a:cubicBezTo>
                    <a:pt x="215" y="215"/>
                    <a:pt x="215" y="215"/>
                    <a:pt x="215" y="215"/>
                  </a:cubicBezTo>
                  <a:cubicBezTo>
                    <a:pt x="217" y="213"/>
                    <a:pt x="219" y="210"/>
                    <a:pt x="222" y="208"/>
                  </a:cubicBezTo>
                  <a:cubicBezTo>
                    <a:pt x="224" y="206"/>
                    <a:pt x="226" y="204"/>
                    <a:pt x="228" y="20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20" name="Google Shape;520;p23"/>
            <p:cNvSpPr/>
            <p:nvPr/>
          </p:nvSpPr>
          <p:spPr>
            <a:xfrm>
              <a:off x="2322149" y="2798659"/>
              <a:ext cx="897118" cy="844412"/>
            </a:xfrm>
            <a:custGeom>
              <a:rect b="b" l="l" r="r" t="t"/>
              <a:pathLst>
                <a:path extrusionOk="0" h="238" w="253">
                  <a:moveTo>
                    <a:pt x="0" y="0"/>
                  </a:moveTo>
                  <a:cubicBezTo>
                    <a:pt x="238" y="238"/>
                    <a:pt x="238" y="238"/>
                    <a:pt x="238" y="238"/>
                  </a:cubicBezTo>
                  <a:cubicBezTo>
                    <a:pt x="243" y="234"/>
                    <a:pt x="248" y="231"/>
                    <a:pt x="253" y="227"/>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21" name="Google Shape;521;p23"/>
            <p:cNvSpPr/>
            <p:nvPr/>
          </p:nvSpPr>
          <p:spPr>
            <a:xfrm>
              <a:off x="2137666" y="2798659"/>
              <a:ext cx="975128" cy="916097"/>
            </a:xfrm>
            <a:custGeom>
              <a:rect b="b" l="l" r="r" t="t"/>
              <a:pathLst>
                <a:path extrusionOk="0" h="258" w="275">
                  <a:moveTo>
                    <a:pt x="0" y="0"/>
                  </a:moveTo>
                  <a:cubicBezTo>
                    <a:pt x="258" y="258"/>
                    <a:pt x="258" y="258"/>
                    <a:pt x="258" y="258"/>
                  </a:cubicBezTo>
                  <a:cubicBezTo>
                    <a:pt x="263" y="255"/>
                    <a:pt x="269" y="252"/>
                    <a:pt x="275" y="248"/>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22" name="Google Shape;522;p23"/>
            <p:cNvSpPr/>
            <p:nvPr/>
          </p:nvSpPr>
          <p:spPr>
            <a:xfrm>
              <a:off x="1953182" y="2798659"/>
              <a:ext cx="1035217" cy="968806"/>
            </a:xfrm>
            <a:custGeom>
              <a:rect b="b" l="l" r="r" t="t"/>
              <a:pathLst>
                <a:path extrusionOk="0" h="273" w="292">
                  <a:moveTo>
                    <a:pt x="0" y="0"/>
                  </a:moveTo>
                  <a:cubicBezTo>
                    <a:pt x="273" y="273"/>
                    <a:pt x="273" y="273"/>
                    <a:pt x="273" y="273"/>
                  </a:cubicBezTo>
                  <a:cubicBezTo>
                    <a:pt x="279" y="271"/>
                    <a:pt x="286" y="268"/>
                    <a:pt x="292" y="266"/>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23" name="Google Shape;523;p23"/>
            <p:cNvSpPr/>
            <p:nvPr/>
          </p:nvSpPr>
          <p:spPr>
            <a:xfrm>
              <a:off x="1765536" y="2798659"/>
              <a:ext cx="1084764" cy="1004649"/>
            </a:xfrm>
            <a:custGeom>
              <a:rect b="b" l="l" r="r" t="t"/>
              <a:pathLst>
                <a:path extrusionOk="0" h="283" w="306">
                  <a:moveTo>
                    <a:pt x="0" y="0"/>
                  </a:moveTo>
                  <a:cubicBezTo>
                    <a:pt x="284" y="283"/>
                    <a:pt x="284" y="283"/>
                    <a:pt x="284" y="283"/>
                  </a:cubicBezTo>
                  <a:cubicBezTo>
                    <a:pt x="291" y="282"/>
                    <a:pt x="299" y="281"/>
                    <a:pt x="306" y="279"/>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24" name="Google Shape;524;p23"/>
            <p:cNvSpPr/>
            <p:nvPr/>
          </p:nvSpPr>
          <p:spPr>
            <a:xfrm>
              <a:off x="1673821" y="2798659"/>
              <a:ext cx="1017295" cy="1018353"/>
            </a:xfrm>
            <a:custGeom>
              <a:rect b="b" l="l" r="r" t="t"/>
              <a:pathLst>
                <a:path extrusionOk="0" h="287" w="287">
                  <a:moveTo>
                    <a:pt x="0" y="26"/>
                  </a:moveTo>
                  <a:cubicBezTo>
                    <a:pt x="261" y="286"/>
                    <a:pt x="261" y="286"/>
                    <a:pt x="261" y="286"/>
                  </a:cubicBezTo>
                  <a:cubicBezTo>
                    <a:pt x="270" y="287"/>
                    <a:pt x="278" y="286"/>
                    <a:pt x="287" y="286"/>
                  </a:cubicBezTo>
                  <a:cubicBezTo>
                    <a:pt x="1" y="0"/>
                    <a:pt x="1" y="0"/>
                    <a:pt x="1" y="0"/>
                  </a:cubicBezTo>
                  <a:cubicBezTo>
                    <a:pt x="0" y="9"/>
                    <a:pt x="0" y="17"/>
                    <a:pt x="0"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25" name="Google Shape;525;p23"/>
            <p:cNvSpPr/>
            <p:nvPr/>
          </p:nvSpPr>
          <p:spPr>
            <a:xfrm>
              <a:off x="1684363" y="2990523"/>
              <a:ext cx="814891" cy="815948"/>
            </a:xfrm>
            <a:custGeom>
              <a:rect b="b" l="l" r="r" t="t"/>
              <a:pathLst>
                <a:path extrusionOk="0" h="230" w="230">
                  <a:moveTo>
                    <a:pt x="6" y="32"/>
                  </a:moveTo>
                  <a:cubicBezTo>
                    <a:pt x="197" y="224"/>
                    <a:pt x="197" y="224"/>
                    <a:pt x="197" y="224"/>
                  </a:cubicBezTo>
                  <a:cubicBezTo>
                    <a:pt x="208" y="227"/>
                    <a:pt x="219" y="229"/>
                    <a:pt x="230" y="230"/>
                  </a:cubicBezTo>
                  <a:cubicBezTo>
                    <a:pt x="0" y="0"/>
                    <a:pt x="0" y="0"/>
                    <a:pt x="0" y="0"/>
                  </a:cubicBezTo>
                  <a:cubicBezTo>
                    <a:pt x="1" y="11"/>
                    <a:pt x="3" y="22"/>
                    <a:pt x="6" y="3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26" name="Google Shape;526;p23"/>
            <p:cNvSpPr/>
            <p:nvPr/>
          </p:nvSpPr>
          <p:spPr>
            <a:xfrm>
              <a:off x="1751832" y="3245638"/>
              <a:ext cx="492308" cy="490202"/>
            </a:xfrm>
            <a:custGeom>
              <a:rect b="b" l="l" r="r" t="t"/>
              <a:pathLst>
                <a:path extrusionOk="0" h="138" w="139">
                  <a:moveTo>
                    <a:pt x="57" y="82"/>
                  </a:moveTo>
                  <a:cubicBezTo>
                    <a:pt x="81" y="107"/>
                    <a:pt x="109" y="125"/>
                    <a:pt x="139" y="138"/>
                  </a:cubicBezTo>
                  <a:cubicBezTo>
                    <a:pt x="0" y="0"/>
                    <a:pt x="0" y="0"/>
                    <a:pt x="0" y="0"/>
                  </a:cubicBezTo>
                  <a:cubicBezTo>
                    <a:pt x="13" y="30"/>
                    <a:pt x="32" y="58"/>
                    <a:pt x="57"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527" name="Shape 527"/>
        <p:cNvGrpSpPr/>
        <p:nvPr/>
      </p:nvGrpSpPr>
      <p:grpSpPr>
        <a:xfrm>
          <a:off x="0" y="0"/>
          <a:ext cx="0" cy="0"/>
          <a:chOff x="0" y="0"/>
          <a:chExt cx="0" cy="0"/>
        </a:xfrm>
      </p:grpSpPr>
      <p:sp>
        <p:nvSpPr>
          <p:cNvPr id="528" name="Google Shape;528;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29" name="Google Shape;529;p24"/>
          <p:cNvGrpSpPr/>
          <p:nvPr/>
        </p:nvGrpSpPr>
        <p:grpSpPr>
          <a:xfrm>
            <a:off x="7984099" y="211022"/>
            <a:ext cx="1248525" cy="4714578"/>
            <a:chOff x="7984099" y="211022"/>
            <a:chExt cx="1248525" cy="4714578"/>
          </a:xfrm>
        </p:grpSpPr>
        <p:sp>
          <p:nvSpPr>
            <p:cNvPr id="530" name="Google Shape;530;p24"/>
            <p:cNvSpPr/>
            <p:nvPr/>
          </p:nvSpPr>
          <p:spPr>
            <a:xfrm>
              <a:off x="8430776" y="211022"/>
              <a:ext cx="355175" cy="328475"/>
            </a:xfrm>
            <a:custGeom>
              <a:rect b="b" l="l" r="r" t="t"/>
              <a:pathLst>
                <a:path extrusionOk="0" h="133" w="144">
                  <a:moveTo>
                    <a:pt x="72" y="0"/>
                  </a:moveTo>
                  <a:cubicBezTo>
                    <a:pt x="32" y="0"/>
                    <a:pt x="0" y="30"/>
                    <a:pt x="0" y="67"/>
                  </a:cubicBezTo>
                  <a:cubicBezTo>
                    <a:pt x="0" y="103"/>
                    <a:pt x="32" y="133"/>
                    <a:pt x="72" y="133"/>
                  </a:cubicBezTo>
                  <a:cubicBezTo>
                    <a:pt x="112" y="133"/>
                    <a:pt x="144" y="103"/>
                    <a:pt x="144" y="67"/>
                  </a:cubicBezTo>
                  <a:cubicBezTo>
                    <a:pt x="144" y="30"/>
                    <a:pt x="112" y="0"/>
                    <a:pt x="72" y="0"/>
                  </a:cubicBezTo>
                  <a:close/>
                  <a:moveTo>
                    <a:pt x="72" y="99"/>
                  </a:moveTo>
                  <a:cubicBezTo>
                    <a:pt x="53" y="99"/>
                    <a:pt x="37" y="84"/>
                    <a:pt x="37" y="67"/>
                  </a:cubicBezTo>
                  <a:cubicBezTo>
                    <a:pt x="37" y="49"/>
                    <a:pt x="53" y="34"/>
                    <a:pt x="72" y="34"/>
                  </a:cubicBezTo>
                  <a:cubicBezTo>
                    <a:pt x="91" y="34"/>
                    <a:pt x="107" y="49"/>
                    <a:pt x="107" y="67"/>
                  </a:cubicBezTo>
                  <a:cubicBezTo>
                    <a:pt x="107" y="84"/>
                    <a:pt x="91" y="99"/>
                    <a:pt x="72" y="9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1" name="Google Shape;531;p24"/>
            <p:cNvSpPr/>
            <p:nvPr/>
          </p:nvSpPr>
          <p:spPr>
            <a:xfrm>
              <a:off x="7984099" y="4649624"/>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532" name="Google Shape;532;p24"/>
          <p:cNvGrpSpPr/>
          <p:nvPr/>
        </p:nvGrpSpPr>
        <p:grpSpPr>
          <a:xfrm rot="5400000">
            <a:off x="-346214" y="4004267"/>
            <a:ext cx="1389009" cy="696607"/>
            <a:chOff x="6169550" y="2667607"/>
            <a:chExt cx="1032413" cy="517731"/>
          </a:xfrm>
        </p:grpSpPr>
        <p:sp>
          <p:nvSpPr>
            <p:cNvPr id="533" name="Google Shape;533;p24"/>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4" name="Google Shape;534;p24"/>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24"/>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6" name="Google Shape;536;p24"/>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24"/>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24"/>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24"/>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24"/>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24"/>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24"/>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24"/>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24"/>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24"/>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24"/>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24"/>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8" name="Google Shape;548;p24"/>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24"/>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24"/>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1" name="Google Shape;551;p24"/>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24"/>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24"/>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_1">
    <p:spTree>
      <p:nvGrpSpPr>
        <p:cNvPr id="554" name="Shape 554"/>
        <p:cNvGrpSpPr/>
        <p:nvPr/>
      </p:nvGrpSpPr>
      <p:grpSpPr>
        <a:xfrm>
          <a:off x="0" y="0"/>
          <a:ext cx="0" cy="0"/>
          <a:chOff x="0" y="0"/>
          <a:chExt cx="0" cy="0"/>
        </a:xfrm>
      </p:grpSpPr>
      <p:sp>
        <p:nvSpPr>
          <p:cNvPr id="555" name="Google Shape;555;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56" name="Google Shape;556;p25"/>
          <p:cNvGrpSpPr/>
          <p:nvPr/>
        </p:nvGrpSpPr>
        <p:grpSpPr>
          <a:xfrm>
            <a:off x="-644583" y="3082341"/>
            <a:ext cx="1062862" cy="1126062"/>
            <a:chOff x="1640984" y="4122391"/>
            <a:chExt cx="732503" cy="776059"/>
          </a:xfrm>
        </p:grpSpPr>
        <p:sp>
          <p:nvSpPr>
            <p:cNvPr id="557" name="Google Shape;557;p25"/>
            <p:cNvSpPr/>
            <p:nvPr/>
          </p:nvSpPr>
          <p:spPr>
            <a:xfrm>
              <a:off x="2207189" y="4732152"/>
              <a:ext cx="166298" cy="166298"/>
            </a:xfrm>
            <a:custGeom>
              <a:rect b="b" l="l" r="r" t="t"/>
              <a:pathLst>
                <a:path extrusionOk="0" h="126" w="126">
                  <a:moveTo>
                    <a:pt x="30" y="126"/>
                  </a:moveTo>
                  <a:lnTo>
                    <a:pt x="126" y="32"/>
                  </a:lnTo>
                  <a:lnTo>
                    <a:pt x="126" y="0"/>
                  </a:lnTo>
                  <a:lnTo>
                    <a:pt x="0" y="126"/>
                  </a:lnTo>
                  <a:lnTo>
                    <a:pt x="30" y="12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25"/>
            <p:cNvSpPr/>
            <p:nvPr/>
          </p:nvSpPr>
          <p:spPr>
            <a:xfrm>
              <a:off x="2040891" y="4565853"/>
              <a:ext cx="332596" cy="332597"/>
            </a:xfrm>
            <a:custGeom>
              <a:rect b="b" l="l" r="r" t="t"/>
              <a:pathLst>
                <a:path extrusionOk="0" h="252" w="252">
                  <a:moveTo>
                    <a:pt x="30" y="252"/>
                  </a:moveTo>
                  <a:lnTo>
                    <a:pt x="252" y="29"/>
                  </a:lnTo>
                  <a:lnTo>
                    <a:pt x="252" y="0"/>
                  </a:lnTo>
                  <a:lnTo>
                    <a:pt x="0" y="252"/>
                  </a:lnTo>
                  <a:lnTo>
                    <a:pt x="30" y="25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25"/>
            <p:cNvSpPr/>
            <p:nvPr/>
          </p:nvSpPr>
          <p:spPr>
            <a:xfrm>
              <a:off x="1871954" y="4395595"/>
              <a:ext cx="501533" cy="502855"/>
            </a:xfrm>
            <a:custGeom>
              <a:rect b="b" l="l" r="r" t="t"/>
              <a:pathLst>
                <a:path extrusionOk="0" h="381" w="380">
                  <a:moveTo>
                    <a:pt x="32" y="381"/>
                  </a:moveTo>
                  <a:lnTo>
                    <a:pt x="380" y="32"/>
                  </a:lnTo>
                  <a:lnTo>
                    <a:pt x="380" y="0"/>
                  </a:lnTo>
                  <a:lnTo>
                    <a:pt x="0" y="381"/>
                  </a:lnTo>
                  <a:lnTo>
                    <a:pt x="32" y="38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25"/>
            <p:cNvSpPr/>
            <p:nvPr/>
          </p:nvSpPr>
          <p:spPr>
            <a:xfrm>
              <a:off x="1705656" y="4229297"/>
              <a:ext cx="667831" cy="669153"/>
            </a:xfrm>
            <a:custGeom>
              <a:rect b="b" l="l" r="r" t="t"/>
              <a:pathLst>
                <a:path extrusionOk="0" h="507" w="506">
                  <a:moveTo>
                    <a:pt x="506" y="29"/>
                  </a:moveTo>
                  <a:lnTo>
                    <a:pt x="506" y="0"/>
                  </a:lnTo>
                  <a:lnTo>
                    <a:pt x="0" y="507"/>
                  </a:lnTo>
                  <a:lnTo>
                    <a:pt x="29" y="507"/>
                  </a:lnTo>
                  <a:lnTo>
                    <a:pt x="506"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25"/>
            <p:cNvSpPr/>
            <p:nvPr/>
          </p:nvSpPr>
          <p:spPr>
            <a:xfrm>
              <a:off x="1640984" y="4122391"/>
              <a:ext cx="707426" cy="711387"/>
            </a:xfrm>
            <a:custGeom>
              <a:rect b="b" l="l" r="r" t="t"/>
              <a:pathLst>
                <a:path extrusionOk="0" h="539" w="536">
                  <a:moveTo>
                    <a:pt x="507" y="0"/>
                  </a:moveTo>
                  <a:lnTo>
                    <a:pt x="0" y="510"/>
                  </a:lnTo>
                  <a:lnTo>
                    <a:pt x="0" y="539"/>
                  </a:lnTo>
                  <a:lnTo>
                    <a:pt x="536" y="0"/>
                  </a:lnTo>
                  <a:lnTo>
                    <a:pt x="507"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25"/>
            <p:cNvSpPr/>
            <p:nvPr/>
          </p:nvSpPr>
          <p:spPr>
            <a:xfrm>
              <a:off x="1640984" y="4122391"/>
              <a:ext cx="541128" cy="545089"/>
            </a:xfrm>
            <a:custGeom>
              <a:rect b="b" l="l" r="r" t="t"/>
              <a:pathLst>
                <a:path extrusionOk="0" h="413" w="410">
                  <a:moveTo>
                    <a:pt x="381" y="0"/>
                  </a:moveTo>
                  <a:lnTo>
                    <a:pt x="0" y="384"/>
                  </a:lnTo>
                  <a:lnTo>
                    <a:pt x="0" y="413"/>
                  </a:lnTo>
                  <a:lnTo>
                    <a:pt x="410" y="0"/>
                  </a:lnTo>
                  <a:lnTo>
                    <a:pt x="38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25"/>
            <p:cNvSpPr/>
            <p:nvPr/>
          </p:nvSpPr>
          <p:spPr>
            <a:xfrm>
              <a:off x="1640984" y="4122391"/>
              <a:ext cx="374830" cy="376152"/>
            </a:xfrm>
            <a:custGeom>
              <a:rect b="b" l="l" r="r" t="t"/>
              <a:pathLst>
                <a:path extrusionOk="0" h="285" w="284">
                  <a:moveTo>
                    <a:pt x="252" y="0"/>
                  </a:moveTo>
                  <a:lnTo>
                    <a:pt x="0" y="255"/>
                  </a:lnTo>
                  <a:lnTo>
                    <a:pt x="0" y="285"/>
                  </a:lnTo>
                  <a:lnTo>
                    <a:pt x="284" y="0"/>
                  </a:lnTo>
                  <a:lnTo>
                    <a:pt x="25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25"/>
            <p:cNvSpPr/>
            <p:nvPr/>
          </p:nvSpPr>
          <p:spPr>
            <a:xfrm>
              <a:off x="1640984" y="4122391"/>
              <a:ext cx="205893" cy="208533"/>
            </a:xfrm>
            <a:custGeom>
              <a:rect b="b" l="l" r="r" t="t"/>
              <a:pathLst>
                <a:path extrusionOk="0" h="158" w="156">
                  <a:moveTo>
                    <a:pt x="126" y="0"/>
                  </a:moveTo>
                  <a:lnTo>
                    <a:pt x="0" y="126"/>
                  </a:lnTo>
                  <a:lnTo>
                    <a:pt x="0" y="158"/>
                  </a:lnTo>
                  <a:lnTo>
                    <a:pt x="156" y="0"/>
                  </a:lnTo>
                  <a:lnTo>
                    <a:pt x="12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25"/>
            <p:cNvSpPr/>
            <p:nvPr/>
          </p:nvSpPr>
          <p:spPr>
            <a:xfrm>
              <a:off x="1640984" y="4122391"/>
              <a:ext cx="39595" cy="39595"/>
            </a:xfrm>
            <a:custGeom>
              <a:rect b="b" l="l" r="r" t="t"/>
              <a:pathLst>
                <a:path extrusionOk="0" h="30" w="30">
                  <a:moveTo>
                    <a:pt x="0" y="0"/>
                  </a:moveTo>
                  <a:lnTo>
                    <a:pt x="0" y="30"/>
                  </a:lnTo>
                  <a:lnTo>
                    <a:pt x="3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6" name="Google Shape;566;p25"/>
          <p:cNvGrpSpPr/>
          <p:nvPr/>
        </p:nvGrpSpPr>
        <p:grpSpPr>
          <a:xfrm>
            <a:off x="8103826" y="263524"/>
            <a:ext cx="1538024" cy="4668948"/>
            <a:chOff x="8103826" y="263524"/>
            <a:chExt cx="1538024" cy="4668948"/>
          </a:xfrm>
        </p:grpSpPr>
        <p:sp>
          <p:nvSpPr>
            <p:cNvPr id="567" name="Google Shape;567;p25"/>
            <p:cNvSpPr/>
            <p:nvPr/>
          </p:nvSpPr>
          <p:spPr>
            <a:xfrm>
              <a:off x="8103826" y="4603997"/>
              <a:ext cx="355175" cy="328475"/>
            </a:xfrm>
            <a:custGeom>
              <a:rect b="b" l="l" r="r" t="t"/>
              <a:pathLst>
                <a:path extrusionOk="0" h="133" w="144">
                  <a:moveTo>
                    <a:pt x="72" y="0"/>
                  </a:moveTo>
                  <a:cubicBezTo>
                    <a:pt x="32" y="0"/>
                    <a:pt x="0" y="30"/>
                    <a:pt x="0" y="67"/>
                  </a:cubicBezTo>
                  <a:cubicBezTo>
                    <a:pt x="0" y="103"/>
                    <a:pt x="32" y="133"/>
                    <a:pt x="72" y="133"/>
                  </a:cubicBezTo>
                  <a:cubicBezTo>
                    <a:pt x="112" y="133"/>
                    <a:pt x="144" y="103"/>
                    <a:pt x="144" y="67"/>
                  </a:cubicBezTo>
                  <a:cubicBezTo>
                    <a:pt x="144" y="30"/>
                    <a:pt x="112" y="0"/>
                    <a:pt x="72" y="0"/>
                  </a:cubicBezTo>
                  <a:close/>
                  <a:moveTo>
                    <a:pt x="72" y="99"/>
                  </a:moveTo>
                  <a:cubicBezTo>
                    <a:pt x="53" y="99"/>
                    <a:pt x="37" y="84"/>
                    <a:pt x="37" y="67"/>
                  </a:cubicBezTo>
                  <a:cubicBezTo>
                    <a:pt x="37" y="49"/>
                    <a:pt x="53" y="34"/>
                    <a:pt x="72" y="34"/>
                  </a:cubicBezTo>
                  <a:cubicBezTo>
                    <a:pt x="91" y="34"/>
                    <a:pt x="107" y="49"/>
                    <a:pt x="107" y="67"/>
                  </a:cubicBezTo>
                  <a:cubicBezTo>
                    <a:pt x="107" y="84"/>
                    <a:pt x="91" y="99"/>
                    <a:pt x="72" y="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25"/>
            <p:cNvSpPr/>
            <p:nvPr/>
          </p:nvSpPr>
          <p:spPr>
            <a:xfrm rot="10800000">
              <a:off x="8393324" y="263524"/>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69" name="Shape 569"/>
        <p:cNvGrpSpPr/>
        <p:nvPr/>
      </p:nvGrpSpPr>
      <p:grpSpPr>
        <a:xfrm>
          <a:off x="0" y="0"/>
          <a:ext cx="0" cy="0"/>
          <a:chOff x="0" y="0"/>
          <a:chExt cx="0" cy="0"/>
        </a:xfrm>
      </p:grpSpPr>
      <p:sp>
        <p:nvSpPr>
          <p:cNvPr id="570" name="Google Shape;570;p26"/>
          <p:cNvSpPr txBox="1"/>
          <p:nvPr>
            <p:ph type="title"/>
          </p:nvPr>
        </p:nvSpPr>
        <p:spPr>
          <a:xfrm>
            <a:off x="2347950" y="835200"/>
            <a:ext cx="4448100" cy="85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sz="500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1" name="Google Shape;571;p26"/>
          <p:cNvSpPr txBox="1"/>
          <p:nvPr>
            <p:ph idx="1" type="subTitle"/>
          </p:nvPr>
        </p:nvSpPr>
        <p:spPr>
          <a:xfrm>
            <a:off x="2347900" y="1716175"/>
            <a:ext cx="4448100" cy="989400"/>
          </a:xfrm>
          <a:prstGeom prst="rect">
            <a:avLst/>
          </a:prstGeom>
          <a:solidFill>
            <a:schemeClr val="dk2"/>
          </a:solidFill>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sz="1400">
                <a:latin typeface="Assistant"/>
                <a:ea typeface="Assistant"/>
                <a:cs typeface="Assistant"/>
                <a:sym typeface="Assistant"/>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572" name="Google Shape;572;p26"/>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Assistant"/>
                <a:ea typeface="Assistant"/>
                <a:cs typeface="Assistant"/>
                <a:sym typeface="Assistant"/>
              </a:rPr>
              <a:t>CREDITS:</a:t>
            </a:r>
            <a:r>
              <a:rPr lang="en" sz="1000">
                <a:solidFill>
                  <a:schemeClr val="dk1"/>
                </a:solidFill>
                <a:latin typeface="Assistant"/>
                <a:ea typeface="Assistant"/>
                <a:cs typeface="Assistant"/>
                <a:sym typeface="Assistant"/>
              </a:rPr>
              <a:t> This presentation template was created by </a:t>
            </a:r>
            <a:r>
              <a:rPr b="1" lang="en" sz="1000" u="sng">
                <a:solidFill>
                  <a:schemeClr val="dk1"/>
                </a:solidFill>
                <a:latin typeface="Assistant"/>
                <a:ea typeface="Assistant"/>
                <a:cs typeface="Assistant"/>
                <a:sym typeface="Assistant"/>
                <a:hlinkClick r:id="rId2">
                  <a:extLst>
                    <a:ext uri="{A12FA001-AC4F-418D-AE19-62706E023703}">
                      <ahyp:hlinkClr val="tx"/>
                    </a:ext>
                  </a:extLst>
                </a:hlinkClick>
              </a:rPr>
              <a:t>Slidesgo</a:t>
            </a:r>
            <a:r>
              <a:rPr lang="en" sz="1000">
                <a:solidFill>
                  <a:schemeClr val="dk1"/>
                </a:solidFill>
                <a:latin typeface="Assistant"/>
                <a:ea typeface="Assistant"/>
                <a:cs typeface="Assistant"/>
                <a:sym typeface="Assistant"/>
              </a:rPr>
              <a:t>, and includes icons by </a:t>
            </a:r>
            <a:r>
              <a:rPr b="1" lang="en" sz="1000" u="sng">
                <a:solidFill>
                  <a:schemeClr val="dk1"/>
                </a:solidFill>
                <a:latin typeface="Assistant"/>
                <a:ea typeface="Assistant"/>
                <a:cs typeface="Assistant"/>
                <a:sym typeface="Assistant"/>
                <a:hlinkClick r:id="rId3">
                  <a:extLst>
                    <a:ext uri="{A12FA001-AC4F-418D-AE19-62706E023703}">
                      <ahyp:hlinkClr val="tx"/>
                    </a:ext>
                  </a:extLst>
                </a:hlinkClick>
              </a:rPr>
              <a:t>Flaticon</a:t>
            </a:r>
            <a:r>
              <a:rPr lang="en" sz="1000">
                <a:solidFill>
                  <a:schemeClr val="dk1"/>
                </a:solidFill>
                <a:latin typeface="Assistant"/>
                <a:ea typeface="Assistant"/>
                <a:cs typeface="Assistant"/>
                <a:sym typeface="Assistant"/>
              </a:rPr>
              <a:t>, and infographics &amp; images by </a:t>
            </a:r>
            <a:r>
              <a:rPr b="1" lang="en" sz="1000" u="sng">
                <a:solidFill>
                  <a:schemeClr val="dk1"/>
                </a:solidFill>
                <a:latin typeface="Assistant"/>
                <a:ea typeface="Assistant"/>
                <a:cs typeface="Assistant"/>
                <a:sym typeface="Assistant"/>
                <a:hlinkClick r:id="rId4">
                  <a:extLst>
                    <a:ext uri="{A12FA001-AC4F-418D-AE19-62706E023703}">
                      <ahyp:hlinkClr val="tx"/>
                    </a:ext>
                  </a:extLst>
                </a:hlinkClick>
              </a:rPr>
              <a:t>Freepik</a:t>
            </a:r>
            <a:r>
              <a:rPr lang="en" sz="1000" u="sng">
                <a:solidFill>
                  <a:schemeClr val="dk1"/>
                </a:solidFill>
                <a:latin typeface="Assistant"/>
                <a:ea typeface="Assistant"/>
                <a:cs typeface="Assistant"/>
                <a:sym typeface="Assistant"/>
              </a:rPr>
              <a:t> </a:t>
            </a:r>
            <a:endParaRPr b="1" sz="1000" u="sng">
              <a:solidFill>
                <a:schemeClr val="dk1"/>
              </a:solidFill>
              <a:latin typeface="Assistant"/>
              <a:ea typeface="Assistant"/>
              <a:cs typeface="Assistant"/>
              <a:sym typeface="Assistant"/>
            </a:endParaRPr>
          </a:p>
        </p:txBody>
      </p:sp>
      <p:grpSp>
        <p:nvGrpSpPr>
          <p:cNvPr id="573" name="Google Shape;573;p26"/>
          <p:cNvGrpSpPr/>
          <p:nvPr/>
        </p:nvGrpSpPr>
        <p:grpSpPr>
          <a:xfrm rot="10800000">
            <a:off x="7003196" y="4604009"/>
            <a:ext cx="1896492" cy="1018353"/>
            <a:chOff x="1673821" y="2798659"/>
            <a:chExt cx="1896492" cy="1018353"/>
          </a:xfrm>
        </p:grpSpPr>
        <p:sp>
          <p:nvSpPr>
            <p:cNvPr id="574" name="Google Shape;574;p26"/>
            <p:cNvSpPr/>
            <p:nvPr/>
          </p:nvSpPr>
          <p:spPr>
            <a:xfrm>
              <a:off x="3432214" y="2798659"/>
              <a:ext cx="138099" cy="134937"/>
            </a:xfrm>
            <a:custGeom>
              <a:rect b="b" l="l" r="r" t="t"/>
              <a:pathLst>
                <a:path extrusionOk="0" h="38" w="39">
                  <a:moveTo>
                    <a:pt x="39" y="13"/>
                  </a:moveTo>
                  <a:cubicBezTo>
                    <a:pt x="26" y="0"/>
                    <a:pt x="26" y="0"/>
                    <a:pt x="26" y="0"/>
                  </a:cubicBezTo>
                  <a:cubicBezTo>
                    <a:pt x="0" y="0"/>
                    <a:pt x="0" y="0"/>
                    <a:pt x="0" y="0"/>
                  </a:cubicBezTo>
                  <a:cubicBezTo>
                    <a:pt x="38" y="38"/>
                    <a:pt x="38" y="38"/>
                    <a:pt x="38" y="38"/>
                  </a:cubicBezTo>
                  <a:cubicBezTo>
                    <a:pt x="39" y="30"/>
                    <a:pt x="39" y="21"/>
                    <a:pt x="3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75" name="Google Shape;575;p26"/>
            <p:cNvSpPr/>
            <p:nvPr/>
          </p:nvSpPr>
          <p:spPr>
            <a:xfrm>
              <a:off x="3247730" y="2798659"/>
              <a:ext cx="312041" cy="294121"/>
            </a:xfrm>
            <a:custGeom>
              <a:rect b="b" l="l" r="r" t="t"/>
              <a:pathLst>
                <a:path extrusionOk="0" h="83" w="88">
                  <a:moveTo>
                    <a:pt x="0" y="0"/>
                  </a:moveTo>
                  <a:cubicBezTo>
                    <a:pt x="83" y="83"/>
                    <a:pt x="83" y="83"/>
                    <a:pt x="83" y="83"/>
                  </a:cubicBezTo>
                  <a:cubicBezTo>
                    <a:pt x="85" y="76"/>
                    <a:pt x="86" y="69"/>
                    <a:pt x="88" y="6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76" name="Google Shape;576;p26"/>
            <p:cNvSpPr/>
            <p:nvPr/>
          </p:nvSpPr>
          <p:spPr>
            <a:xfrm>
              <a:off x="3060084" y="2798659"/>
              <a:ext cx="460682" cy="436437"/>
            </a:xfrm>
            <a:custGeom>
              <a:rect b="b" l="l" r="r" t="t"/>
              <a:pathLst>
                <a:path extrusionOk="0" h="123" w="130">
                  <a:moveTo>
                    <a:pt x="0" y="0"/>
                  </a:moveTo>
                  <a:cubicBezTo>
                    <a:pt x="123" y="123"/>
                    <a:pt x="123" y="123"/>
                    <a:pt x="123" y="123"/>
                  </a:cubicBezTo>
                  <a:cubicBezTo>
                    <a:pt x="126" y="116"/>
                    <a:pt x="128" y="110"/>
                    <a:pt x="130" y="103"/>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77" name="Google Shape;577;p26"/>
            <p:cNvSpPr/>
            <p:nvPr/>
          </p:nvSpPr>
          <p:spPr>
            <a:xfrm>
              <a:off x="2875600" y="2798659"/>
              <a:ext cx="591402" cy="556615"/>
            </a:xfrm>
            <a:custGeom>
              <a:rect b="b" l="l" r="r" t="t"/>
              <a:pathLst>
                <a:path extrusionOk="0" h="157" w="167">
                  <a:moveTo>
                    <a:pt x="0" y="0"/>
                  </a:moveTo>
                  <a:cubicBezTo>
                    <a:pt x="158" y="157"/>
                    <a:pt x="158" y="157"/>
                    <a:pt x="158" y="157"/>
                  </a:cubicBezTo>
                  <a:cubicBezTo>
                    <a:pt x="161" y="152"/>
                    <a:pt x="164" y="146"/>
                    <a:pt x="167" y="140"/>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78" name="Google Shape;578;p26"/>
            <p:cNvSpPr/>
            <p:nvPr/>
          </p:nvSpPr>
          <p:spPr>
            <a:xfrm>
              <a:off x="2691116" y="2798659"/>
              <a:ext cx="705255" cy="667306"/>
            </a:xfrm>
            <a:custGeom>
              <a:rect b="b" l="l" r="r" t="t"/>
              <a:pathLst>
                <a:path extrusionOk="0" h="188" w="199">
                  <a:moveTo>
                    <a:pt x="0" y="0"/>
                  </a:moveTo>
                  <a:cubicBezTo>
                    <a:pt x="188" y="188"/>
                    <a:pt x="188" y="188"/>
                    <a:pt x="188" y="188"/>
                  </a:cubicBezTo>
                  <a:cubicBezTo>
                    <a:pt x="192" y="183"/>
                    <a:pt x="196" y="178"/>
                    <a:pt x="199" y="173"/>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79" name="Google Shape;579;p26"/>
            <p:cNvSpPr/>
            <p:nvPr/>
          </p:nvSpPr>
          <p:spPr>
            <a:xfrm>
              <a:off x="2506633" y="2798659"/>
              <a:ext cx="808566" cy="763238"/>
            </a:xfrm>
            <a:custGeom>
              <a:rect b="b" l="l" r="r" t="t"/>
              <a:pathLst>
                <a:path extrusionOk="0" h="215" w="228">
                  <a:moveTo>
                    <a:pt x="0" y="0"/>
                  </a:moveTo>
                  <a:cubicBezTo>
                    <a:pt x="215" y="215"/>
                    <a:pt x="215" y="215"/>
                    <a:pt x="215" y="215"/>
                  </a:cubicBezTo>
                  <a:cubicBezTo>
                    <a:pt x="217" y="213"/>
                    <a:pt x="219" y="210"/>
                    <a:pt x="222" y="208"/>
                  </a:cubicBezTo>
                  <a:cubicBezTo>
                    <a:pt x="224" y="206"/>
                    <a:pt x="226" y="204"/>
                    <a:pt x="228" y="20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80" name="Google Shape;580;p26"/>
            <p:cNvSpPr/>
            <p:nvPr/>
          </p:nvSpPr>
          <p:spPr>
            <a:xfrm>
              <a:off x="2322149" y="2798659"/>
              <a:ext cx="897118" cy="844412"/>
            </a:xfrm>
            <a:custGeom>
              <a:rect b="b" l="l" r="r" t="t"/>
              <a:pathLst>
                <a:path extrusionOk="0" h="238" w="253">
                  <a:moveTo>
                    <a:pt x="0" y="0"/>
                  </a:moveTo>
                  <a:cubicBezTo>
                    <a:pt x="238" y="238"/>
                    <a:pt x="238" y="238"/>
                    <a:pt x="238" y="238"/>
                  </a:cubicBezTo>
                  <a:cubicBezTo>
                    <a:pt x="243" y="234"/>
                    <a:pt x="248" y="231"/>
                    <a:pt x="253" y="227"/>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81" name="Google Shape;581;p26"/>
            <p:cNvSpPr/>
            <p:nvPr/>
          </p:nvSpPr>
          <p:spPr>
            <a:xfrm>
              <a:off x="2137666" y="2798659"/>
              <a:ext cx="975128" cy="916097"/>
            </a:xfrm>
            <a:custGeom>
              <a:rect b="b" l="l" r="r" t="t"/>
              <a:pathLst>
                <a:path extrusionOk="0" h="258" w="275">
                  <a:moveTo>
                    <a:pt x="0" y="0"/>
                  </a:moveTo>
                  <a:cubicBezTo>
                    <a:pt x="258" y="258"/>
                    <a:pt x="258" y="258"/>
                    <a:pt x="258" y="258"/>
                  </a:cubicBezTo>
                  <a:cubicBezTo>
                    <a:pt x="263" y="255"/>
                    <a:pt x="269" y="252"/>
                    <a:pt x="275" y="248"/>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82" name="Google Shape;582;p26"/>
            <p:cNvSpPr/>
            <p:nvPr/>
          </p:nvSpPr>
          <p:spPr>
            <a:xfrm>
              <a:off x="1953182" y="2798659"/>
              <a:ext cx="1035217" cy="968806"/>
            </a:xfrm>
            <a:custGeom>
              <a:rect b="b" l="l" r="r" t="t"/>
              <a:pathLst>
                <a:path extrusionOk="0" h="273" w="292">
                  <a:moveTo>
                    <a:pt x="0" y="0"/>
                  </a:moveTo>
                  <a:cubicBezTo>
                    <a:pt x="273" y="273"/>
                    <a:pt x="273" y="273"/>
                    <a:pt x="273" y="273"/>
                  </a:cubicBezTo>
                  <a:cubicBezTo>
                    <a:pt x="279" y="271"/>
                    <a:pt x="286" y="268"/>
                    <a:pt x="292" y="266"/>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83" name="Google Shape;583;p26"/>
            <p:cNvSpPr/>
            <p:nvPr/>
          </p:nvSpPr>
          <p:spPr>
            <a:xfrm>
              <a:off x="1765536" y="2798659"/>
              <a:ext cx="1084764" cy="1004649"/>
            </a:xfrm>
            <a:custGeom>
              <a:rect b="b" l="l" r="r" t="t"/>
              <a:pathLst>
                <a:path extrusionOk="0" h="283" w="306">
                  <a:moveTo>
                    <a:pt x="0" y="0"/>
                  </a:moveTo>
                  <a:cubicBezTo>
                    <a:pt x="284" y="283"/>
                    <a:pt x="284" y="283"/>
                    <a:pt x="284" y="283"/>
                  </a:cubicBezTo>
                  <a:cubicBezTo>
                    <a:pt x="291" y="282"/>
                    <a:pt x="299" y="281"/>
                    <a:pt x="306" y="279"/>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84" name="Google Shape;584;p26"/>
            <p:cNvSpPr/>
            <p:nvPr/>
          </p:nvSpPr>
          <p:spPr>
            <a:xfrm>
              <a:off x="1673821" y="2798659"/>
              <a:ext cx="1017295" cy="1018353"/>
            </a:xfrm>
            <a:custGeom>
              <a:rect b="b" l="l" r="r" t="t"/>
              <a:pathLst>
                <a:path extrusionOk="0" h="287" w="287">
                  <a:moveTo>
                    <a:pt x="0" y="26"/>
                  </a:moveTo>
                  <a:cubicBezTo>
                    <a:pt x="261" y="286"/>
                    <a:pt x="261" y="286"/>
                    <a:pt x="261" y="286"/>
                  </a:cubicBezTo>
                  <a:cubicBezTo>
                    <a:pt x="270" y="287"/>
                    <a:pt x="278" y="286"/>
                    <a:pt x="287" y="286"/>
                  </a:cubicBezTo>
                  <a:cubicBezTo>
                    <a:pt x="1" y="0"/>
                    <a:pt x="1" y="0"/>
                    <a:pt x="1" y="0"/>
                  </a:cubicBezTo>
                  <a:cubicBezTo>
                    <a:pt x="0" y="9"/>
                    <a:pt x="0" y="17"/>
                    <a:pt x="0"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85" name="Google Shape;585;p26"/>
            <p:cNvSpPr/>
            <p:nvPr/>
          </p:nvSpPr>
          <p:spPr>
            <a:xfrm>
              <a:off x="1684363" y="2990523"/>
              <a:ext cx="814891" cy="815948"/>
            </a:xfrm>
            <a:custGeom>
              <a:rect b="b" l="l" r="r" t="t"/>
              <a:pathLst>
                <a:path extrusionOk="0" h="230" w="230">
                  <a:moveTo>
                    <a:pt x="6" y="32"/>
                  </a:moveTo>
                  <a:cubicBezTo>
                    <a:pt x="197" y="224"/>
                    <a:pt x="197" y="224"/>
                    <a:pt x="197" y="224"/>
                  </a:cubicBezTo>
                  <a:cubicBezTo>
                    <a:pt x="208" y="227"/>
                    <a:pt x="219" y="229"/>
                    <a:pt x="230" y="230"/>
                  </a:cubicBezTo>
                  <a:cubicBezTo>
                    <a:pt x="0" y="0"/>
                    <a:pt x="0" y="0"/>
                    <a:pt x="0" y="0"/>
                  </a:cubicBezTo>
                  <a:cubicBezTo>
                    <a:pt x="1" y="11"/>
                    <a:pt x="3" y="22"/>
                    <a:pt x="6" y="3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86" name="Google Shape;586;p26"/>
            <p:cNvSpPr/>
            <p:nvPr/>
          </p:nvSpPr>
          <p:spPr>
            <a:xfrm>
              <a:off x="1751832" y="3245638"/>
              <a:ext cx="492308" cy="490202"/>
            </a:xfrm>
            <a:custGeom>
              <a:rect b="b" l="l" r="r" t="t"/>
              <a:pathLst>
                <a:path extrusionOk="0" h="138" w="139">
                  <a:moveTo>
                    <a:pt x="57" y="82"/>
                  </a:moveTo>
                  <a:cubicBezTo>
                    <a:pt x="81" y="107"/>
                    <a:pt x="109" y="125"/>
                    <a:pt x="139" y="138"/>
                  </a:cubicBezTo>
                  <a:cubicBezTo>
                    <a:pt x="0" y="0"/>
                    <a:pt x="0" y="0"/>
                    <a:pt x="0" y="0"/>
                  </a:cubicBezTo>
                  <a:cubicBezTo>
                    <a:pt x="13" y="30"/>
                    <a:pt x="32" y="58"/>
                    <a:pt x="57"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587" name="Google Shape;587;p26"/>
          <p:cNvGrpSpPr/>
          <p:nvPr/>
        </p:nvGrpSpPr>
        <p:grpSpPr>
          <a:xfrm>
            <a:off x="1" y="-25822"/>
            <a:ext cx="2157025" cy="4969772"/>
            <a:chOff x="1" y="-25822"/>
            <a:chExt cx="2157025" cy="4969772"/>
          </a:xfrm>
        </p:grpSpPr>
        <p:sp>
          <p:nvSpPr>
            <p:cNvPr id="588" name="Google Shape;588;p26"/>
            <p:cNvSpPr/>
            <p:nvPr/>
          </p:nvSpPr>
          <p:spPr>
            <a:xfrm>
              <a:off x="1" y="-25822"/>
              <a:ext cx="2029651" cy="1578401"/>
            </a:xfrm>
            <a:custGeom>
              <a:rect b="b" l="l" r="r" t="t"/>
              <a:pathLst>
                <a:path extrusionOk="0" h="794" w="1021">
                  <a:moveTo>
                    <a:pt x="844" y="0"/>
                  </a:moveTo>
                  <a:lnTo>
                    <a:pt x="228" y="617"/>
                  </a:lnTo>
                  <a:lnTo>
                    <a:pt x="0" y="389"/>
                  </a:lnTo>
                  <a:lnTo>
                    <a:pt x="0" y="566"/>
                  </a:lnTo>
                  <a:lnTo>
                    <a:pt x="228" y="794"/>
                  </a:lnTo>
                  <a:lnTo>
                    <a:pt x="1021" y="0"/>
                  </a:lnTo>
                  <a:lnTo>
                    <a:pt x="8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26"/>
            <p:cNvSpPr/>
            <p:nvPr/>
          </p:nvSpPr>
          <p:spPr>
            <a:xfrm>
              <a:off x="1693552" y="44848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90" name="Google Shape;590;p26"/>
            <p:cNvSpPr/>
            <p:nvPr/>
          </p:nvSpPr>
          <p:spPr>
            <a:xfrm>
              <a:off x="534774" y="3207740"/>
              <a:ext cx="406025" cy="397336"/>
            </a:xfrm>
            <a:custGeom>
              <a:rect b="b" l="l" r="r" t="t"/>
              <a:pathLst>
                <a:path extrusionOk="0" h="122" w="125">
                  <a:moveTo>
                    <a:pt x="125" y="5"/>
                  </a:moveTo>
                  <a:cubicBezTo>
                    <a:pt x="125" y="70"/>
                    <a:pt x="73" y="122"/>
                    <a:pt x="8" y="122"/>
                  </a:cubicBezTo>
                  <a:cubicBezTo>
                    <a:pt x="5" y="122"/>
                    <a:pt x="2" y="122"/>
                    <a:pt x="0" y="122"/>
                  </a:cubicBezTo>
                  <a:cubicBezTo>
                    <a:pt x="0" y="0"/>
                    <a:pt x="0" y="0"/>
                    <a:pt x="0" y="0"/>
                  </a:cubicBezTo>
                  <a:cubicBezTo>
                    <a:pt x="125" y="0"/>
                    <a:pt x="125" y="0"/>
                    <a:pt x="125" y="0"/>
                  </a:cubicBezTo>
                  <a:cubicBezTo>
                    <a:pt x="125" y="2"/>
                    <a:pt x="125" y="4"/>
                    <a:pt x="125"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591" name="Google Shape;591;p26"/>
          <p:cNvGrpSpPr/>
          <p:nvPr/>
        </p:nvGrpSpPr>
        <p:grpSpPr>
          <a:xfrm rot="5400000">
            <a:off x="8354770" y="1837354"/>
            <a:ext cx="745046" cy="87267"/>
            <a:chOff x="2564491" y="2319754"/>
            <a:chExt cx="1108865" cy="129900"/>
          </a:xfrm>
        </p:grpSpPr>
        <p:sp>
          <p:nvSpPr>
            <p:cNvPr id="592" name="Google Shape;592;p26"/>
            <p:cNvSpPr/>
            <p:nvPr/>
          </p:nvSpPr>
          <p:spPr>
            <a:xfrm>
              <a:off x="2564491" y="2319754"/>
              <a:ext cx="129900" cy="1299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26"/>
            <p:cNvSpPr/>
            <p:nvPr/>
          </p:nvSpPr>
          <p:spPr>
            <a:xfrm>
              <a:off x="2890412" y="2319754"/>
              <a:ext cx="131100" cy="1299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26"/>
            <p:cNvSpPr/>
            <p:nvPr/>
          </p:nvSpPr>
          <p:spPr>
            <a:xfrm>
              <a:off x="3216331" y="2319754"/>
              <a:ext cx="131100" cy="1299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26"/>
            <p:cNvSpPr/>
            <p:nvPr/>
          </p:nvSpPr>
          <p:spPr>
            <a:xfrm>
              <a:off x="3538356" y="2319754"/>
              <a:ext cx="135000" cy="1299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96" name="Shape 596"/>
        <p:cNvGrpSpPr/>
        <p:nvPr/>
      </p:nvGrpSpPr>
      <p:grpSpPr>
        <a:xfrm>
          <a:off x="0" y="0"/>
          <a:ext cx="0" cy="0"/>
          <a:chOff x="0" y="0"/>
          <a:chExt cx="0" cy="0"/>
        </a:xfrm>
      </p:grpSpPr>
      <p:grpSp>
        <p:nvGrpSpPr>
          <p:cNvPr id="597" name="Google Shape;597;p27"/>
          <p:cNvGrpSpPr/>
          <p:nvPr/>
        </p:nvGrpSpPr>
        <p:grpSpPr>
          <a:xfrm>
            <a:off x="531451" y="4017576"/>
            <a:ext cx="8677574" cy="692174"/>
            <a:chOff x="531451" y="4017576"/>
            <a:chExt cx="8677574" cy="692174"/>
          </a:xfrm>
        </p:grpSpPr>
        <p:sp>
          <p:nvSpPr>
            <p:cNvPr id="598" name="Google Shape;598;p27"/>
            <p:cNvSpPr/>
            <p:nvPr/>
          </p:nvSpPr>
          <p:spPr>
            <a:xfrm>
              <a:off x="7960499" y="4433774"/>
              <a:ext cx="1248525" cy="275977"/>
            </a:xfrm>
            <a:custGeom>
              <a:rect b="b" l="l" r="r" t="t"/>
              <a:pathLst>
                <a:path extrusionOk="0" h="397" w="1796">
                  <a:moveTo>
                    <a:pt x="1796" y="3"/>
                  </a:moveTo>
                  <a:lnTo>
                    <a:pt x="1796" y="117"/>
                  </a:lnTo>
                  <a:lnTo>
                    <a:pt x="1503" y="397"/>
                  </a:lnTo>
                  <a:lnTo>
                    <a:pt x="1211" y="114"/>
                  </a:lnTo>
                  <a:lnTo>
                    <a:pt x="915" y="397"/>
                  </a:lnTo>
                  <a:lnTo>
                    <a:pt x="619" y="114"/>
                  </a:lnTo>
                  <a:lnTo>
                    <a:pt x="326" y="397"/>
                  </a:lnTo>
                  <a:lnTo>
                    <a:pt x="0" y="87"/>
                  </a:lnTo>
                  <a:lnTo>
                    <a:pt x="57" y="27"/>
                  </a:lnTo>
                  <a:lnTo>
                    <a:pt x="326" y="282"/>
                  </a:lnTo>
                  <a:lnTo>
                    <a:pt x="619" y="0"/>
                  </a:lnTo>
                  <a:lnTo>
                    <a:pt x="915" y="282"/>
                  </a:lnTo>
                  <a:lnTo>
                    <a:pt x="1211" y="0"/>
                  </a:lnTo>
                  <a:lnTo>
                    <a:pt x="1503" y="282"/>
                  </a:lnTo>
                  <a:lnTo>
                    <a:pt x="1796"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599" name="Google Shape;599;p27"/>
            <p:cNvSpPr/>
            <p:nvPr/>
          </p:nvSpPr>
          <p:spPr>
            <a:xfrm>
              <a:off x="531451" y="4017576"/>
              <a:ext cx="304950" cy="302050"/>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600" name="Google Shape;600;p27"/>
          <p:cNvGrpSpPr/>
          <p:nvPr/>
        </p:nvGrpSpPr>
        <p:grpSpPr>
          <a:xfrm rot="10800000">
            <a:off x="6338961" y="-8"/>
            <a:ext cx="1389009" cy="696607"/>
            <a:chOff x="6169550" y="2667607"/>
            <a:chExt cx="1032413" cy="517731"/>
          </a:xfrm>
        </p:grpSpPr>
        <p:sp>
          <p:nvSpPr>
            <p:cNvPr id="601" name="Google Shape;601;p27"/>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27"/>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27"/>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27"/>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27"/>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6" name="Google Shape;606;p27"/>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7" name="Google Shape;607;p27"/>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8" name="Google Shape;608;p27"/>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9" name="Google Shape;609;p27"/>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0" name="Google Shape;610;p27"/>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1" name="Google Shape;611;p27"/>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2" name="Google Shape;612;p27"/>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27"/>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4" name="Google Shape;614;p27"/>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5" name="Google Shape;615;p27"/>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6" name="Google Shape;616;p27"/>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7" name="Google Shape;617;p27"/>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8" name="Google Shape;618;p27"/>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9" name="Google Shape;619;p27"/>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27"/>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27"/>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22" name="Shape 622"/>
        <p:cNvGrpSpPr/>
        <p:nvPr/>
      </p:nvGrpSpPr>
      <p:grpSpPr>
        <a:xfrm>
          <a:off x="0" y="0"/>
          <a:ext cx="0" cy="0"/>
          <a:chOff x="0" y="0"/>
          <a:chExt cx="0" cy="0"/>
        </a:xfrm>
      </p:grpSpPr>
      <p:grpSp>
        <p:nvGrpSpPr>
          <p:cNvPr id="623" name="Google Shape;623;p28"/>
          <p:cNvGrpSpPr/>
          <p:nvPr/>
        </p:nvGrpSpPr>
        <p:grpSpPr>
          <a:xfrm>
            <a:off x="4962133" y="4293075"/>
            <a:ext cx="1695739" cy="850424"/>
            <a:chOff x="6169550" y="2667607"/>
            <a:chExt cx="1032413" cy="517731"/>
          </a:xfrm>
        </p:grpSpPr>
        <p:sp>
          <p:nvSpPr>
            <p:cNvPr id="624" name="Google Shape;624;p28"/>
            <p:cNvSpPr/>
            <p:nvPr/>
          </p:nvSpPr>
          <p:spPr>
            <a:xfrm>
              <a:off x="6654036" y="2667607"/>
              <a:ext cx="63441" cy="56421"/>
            </a:xfrm>
            <a:custGeom>
              <a:rect b="b" l="l" r="r" t="t"/>
              <a:pathLst>
                <a:path extrusionOk="0" h="17" w="19">
                  <a:moveTo>
                    <a:pt x="9" y="17"/>
                  </a:moveTo>
                  <a:cubicBezTo>
                    <a:pt x="11" y="17"/>
                    <a:pt x="12" y="17"/>
                    <a:pt x="13" y="16"/>
                  </a:cubicBezTo>
                  <a:cubicBezTo>
                    <a:pt x="19" y="13"/>
                    <a:pt x="19" y="6"/>
                    <a:pt x="15" y="2"/>
                  </a:cubicBezTo>
                  <a:cubicBezTo>
                    <a:pt x="13" y="1"/>
                    <a:pt x="11" y="0"/>
                    <a:pt x="10" y="0"/>
                  </a:cubicBezTo>
                  <a:cubicBezTo>
                    <a:pt x="8" y="0"/>
                    <a:pt x="7" y="0"/>
                    <a:pt x="6" y="1"/>
                  </a:cubicBezTo>
                  <a:cubicBezTo>
                    <a:pt x="2" y="2"/>
                    <a:pt x="0" y="6"/>
                    <a:pt x="1" y="9"/>
                  </a:cubicBezTo>
                  <a:cubicBezTo>
                    <a:pt x="1" y="10"/>
                    <a:pt x="1" y="11"/>
                    <a:pt x="2" y="12"/>
                  </a:cubicBezTo>
                  <a:cubicBezTo>
                    <a:pt x="3" y="16"/>
                    <a:pt x="6"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28"/>
            <p:cNvSpPr/>
            <p:nvPr/>
          </p:nvSpPr>
          <p:spPr>
            <a:xfrm>
              <a:off x="6363949" y="2958703"/>
              <a:ext cx="59423" cy="59423"/>
            </a:xfrm>
            <a:custGeom>
              <a:rect b="b" l="l" r="r" t="t"/>
              <a:pathLst>
                <a:path extrusionOk="0" h="18" w="18">
                  <a:moveTo>
                    <a:pt x="9" y="18"/>
                  </a:moveTo>
                  <a:cubicBezTo>
                    <a:pt x="14" y="18"/>
                    <a:pt x="17" y="14"/>
                    <a:pt x="18" y="9"/>
                  </a:cubicBezTo>
                  <a:cubicBezTo>
                    <a:pt x="18" y="5"/>
                    <a:pt x="14" y="0"/>
                    <a:pt x="9" y="0"/>
                  </a:cubicBezTo>
                  <a:cubicBezTo>
                    <a:pt x="4" y="0"/>
                    <a:pt x="0" y="4"/>
                    <a:pt x="0" y="9"/>
                  </a:cubicBezTo>
                  <a:cubicBezTo>
                    <a:pt x="0" y="13"/>
                    <a:pt x="3" y="17"/>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 name="Google Shape;626;p28"/>
            <p:cNvSpPr/>
            <p:nvPr/>
          </p:nvSpPr>
          <p:spPr>
            <a:xfrm>
              <a:off x="6557340" y="2764304"/>
              <a:ext cx="60420" cy="60420"/>
            </a:xfrm>
            <a:custGeom>
              <a:rect b="b" l="l" r="r" t="t"/>
              <a:pathLst>
                <a:path extrusionOk="0" h="18" w="18">
                  <a:moveTo>
                    <a:pt x="9" y="0"/>
                  </a:moveTo>
                  <a:cubicBezTo>
                    <a:pt x="5" y="0"/>
                    <a:pt x="0" y="4"/>
                    <a:pt x="1" y="9"/>
                  </a:cubicBezTo>
                  <a:cubicBezTo>
                    <a:pt x="1" y="14"/>
                    <a:pt x="5" y="18"/>
                    <a:pt x="9" y="17"/>
                  </a:cubicBezTo>
                  <a:cubicBezTo>
                    <a:pt x="14" y="17"/>
                    <a:pt x="18" y="14"/>
                    <a:pt x="18" y="9"/>
                  </a:cubicBezTo>
                  <a:cubicBezTo>
                    <a:pt x="17" y="3"/>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 name="Google Shape;627;p28"/>
            <p:cNvSpPr/>
            <p:nvPr/>
          </p:nvSpPr>
          <p:spPr>
            <a:xfrm>
              <a:off x="6851456" y="3055400"/>
              <a:ext cx="56421" cy="60420"/>
            </a:xfrm>
            <a:custGeom>
              <a:rect b="b" l="l" r="r" t="t"/>
              <a:pathLst>
                <a:path extrusionOk="0" h="18" w="17">
                  <a:moveTo>
                    <a:pt x="8" y="18"/>
                  </a:moveTo>
                  <a:cubicBezTo>
                    <a:pt x="13" y="18"/>
                    <a:pt x="17" y="15"/>
                    <a:pt x="17" y="9"/>
                  </a:cubicBezTo>
                  <a:cubicBezTo>
                    <a:pt x="17" y="4"/>
                    <a:pt x="14" y="1"/>
                    <a:pt x="9" y="0"/>
                  </a:cubicBezTo>
                  <a:cubicBezTo>
                    <a:pt x="4" y="0"/>
                    <a:pt x="0" y="4"/>
                    <a:pt x="0" y="9"/>
                  </a:cubicBezTo>
                  <a:cubicBezTo>
                    <a:pt x="0" y="14"/>
                    <a:pt x="4" y="18"/>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 name="Google Shape;628;p28"/>
            <p:cNvSpPr/>
            <p:nvPr/>
          </p:nvSpPr>
          <p:spPr>
            <a:xfrm>
              <a:off x="6944123" y="2958703"/>
              <a:ext cx="63441" cy="59423"/>
            </a:xfrm>
            <a:custGeom>
              <a:rect b="b" l="l" r="r" t="t"/>
              <a:pathLst>
                <a:path extrusionOk="0" h="18" w="19">
                  <a:moveTo>
                    <a:pt x="10" y="0"/>
                  </a:moveTo>
                  <a:cubicBezTo>
                    <a:pt x="9" y="0"/>
                    <a:pt x="8" y="1"/>
                    <a:pt x="7" y="1"/>
                  </a:cubicBezTo>
                  <a:cubicBezTo>
                    <a:pt x="2" y="3"/>
                    <a:pt x="0" y="8"/>
                    <a:pt x="2" y="13"/>
                  </a:cubicBezTo>
                  <a:cubicBezTo>
                    <a:pt x="3" y="16"/>
                    <a:pt x="6" y="17"/>
                    <a:pt x="9" y="18"/>
                  </a:cubicBezTo>
                  <a:cubicBezTo>
                    <a:pt x="10" y="18"/>
                    <a:pt x="10" y="18"/>
                    <a:pt x="10" y="18"/>
                  </a:cubicBezTo>
                  <a:cubicBezTo>
                    <a:pt x="13" y="17"/>
                    <a:pt x="15" y="16"/>
                    <a:pt x="17" y="14"/>
                  </a:cubicBezTo>
                  <a:cubicBezTo>
                    <a:pt x="18" y="12"/>
                    <a:pt x="19" y="9"/>
                    <a:pt x="18" y="7"/>
                  </a:cubicBezTo>
                  <a:cubicBezTo>
                    <a:pt x="17" y="3"/>
                    <a:pt x="13" y="0"/>
                    <a:pt x="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 name="Google Shape;629;p28"/>
            <p:cNvSpPr/>
            <p:nvPr/>
          </p:nvSpPr>
          <p:spPr>
            <a:xfrm>
              <a:off x="6266246" y="3055400"/>
              <a:ext cx="57406" cy="60420"/>
            </a:xfrm>
            <a:custGeom>
              <a:rect b="b" l="l" r="r" t="t"/>
              <a:pathLst>
                <a:path extrusionOk="0" h="18" w="17">
                  <a:moveTo>
                    <a:pt x="9" y="18"/>
                  </a:moveTo>
                  <a:cubicBezTo>
                    <a:pt x="13" y="18"/>
                    <a:pt x="17" y="14"/>
                    <a:pt x="17" y="9"/>
                  </a:cubicBezTo>
                  <a:cubicBezTo>
                    <a:pt x="17" y="4"/>
                    <a:pt x="13" y="1"/>
                    <a:pt x="9" y="0"/>
                  </a:cubicBezTo>
                  <a:cubicBezTo>
                    <a:pt x="4" y="0"/>
                    <a:pt x="0" y="4"/>
                    <a:pt x="0" y="9"/>
                  </a:cubicBezTo>
                  <a:cubicBezTo>
                    <a:pt x="0" y="14"/>
                    <a:pt x="4" y="18"/>
                    <a:pt x="9"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28"/>
            <p:cNvSpPr/>
            <p:nvPr/>
          </p:nvSpPr>
          <p:spPr>
            <a:xfrm>
              <a:off x="6460644" y="3055400"/>
              <a:ext cx="59423" cy="60420"/>
            </a:xfrm>
            <a:custGeom>
              <a:rect b="b" l="l" r="r" t="t"/>
              <a:pathLst>
                <a:path extrusionOk="0" h="18" w="18">
                  <a:moveTo>
                    <a:pt x="9" y="0"/>
                  </a:moveTo>
                  <a:cubicBezTo>
                    <a:pt x="4" y="1"/>
                    <a:pt x="0" y="4"/>
                    <a:pt x="0" y="9"/>
                  </a:cubicBezTo>
                  <a:cubicBezTo>
                    <a:pt x="0" y="15"/>
                    <a:pt x="5" y="18"/>
                    <a:pt x="9" y="18"/>
                  </a:cubicBezTo>
                  <a:cubicBezTo>
                    <a:pt x="13" y="18"/>
                    <a:pt x="18" y="14"/>
                    <a:pt x="18" y="9"/>
                  </a:cubicBezTo>
                  <a:cubicBezTo>
                    <a:pt x="18" y="4"/>
                    <a:pt x="13" y="0"/>
                    <a:pt x="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 name="Google Shape;631;p28"/>
            <p:cNvSpPr/>
            <p:nvPr/>
          </p:nvSpPr>
          <p:spPr>
            <a:xfrm>
              <a:off x="6657058" y="3055400"/>
              <a:ext cx="57406" cy="60420"/>
            </a:xfrm>
            <a:custGeom>
              <a:rect b="b" l="l" r="r" t="t"/>
              <a:pathLst>
                <a:path extrusionOk="0" h="18" w="17">
                  <a:moveTo>
                    <a:pt x="8" y="0"/>
                  </a:moveTo>
                  <a:cubicBezTo>
                    <a:pt x="3" y="0"/>
                    <a:pt x="0" y="4"/>
                    <a:pt x="0" y="9"/>
                  </a:cubicBezTo>
                  <a:cubicBezTo>
                    <a:pt x="0" y="14"/>
                    <a:pt x="4" y="18"/>
                    <a:pt x="9" y="18"/>
                  </a:cubicBezTo>
                  <a:cubicBezTo>
                    <a:pt x="13" y="18"/>
                    <a:pt x="17" y="14"/>
                    <a:pt x="17" y="9"/>
                  </a:cubicBezTo>
                  <a:cubicBezTo>
                    <a:pt x="17" y="5"/>
                    <a:pt x="13" y="0"/>
                    <a:pt x="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2" name="Google Shape;632;p28"/>
            <p:cNvSpPr/>
            <p:nvPr/>
          </p:nvSpPr>
          <p:spPr>
            <a:xfrm>
              <a:off x="6747710" y="2761282"/>
              <a:ext cx="63441" cy="66479"/>
            </a:xfrm>
            <a:custGeom>
              <a:rect b="b" l="l" r="r" t="t"/>
              <a:pathLst>
                <a:path extrusionOk="0" h="20" w="19">
                  <a:moveTo>
                    <a:pt x="7" y="2"/>
                  </a:moveTo>
                  <a:cubicBezTo>
                    <a:pt x="3" y="4"/>
                    <a:pt x="0" y="9"/>
                    <a:pt x="3" y="13"/>
                  </a:cubicBezTo>
                  <a:cubicBezTo>
                    <a:pt x="5" y="19"/>
                    <a:pt x="12" y="20"/>
                    <a:pt x="16" y="16"/>
                  </a:cubicBezTo>
                  <a:cubicBezTo>
                    <a:pt x="18" y="14"/>
                    <a:pt x="19" y="12"/>
                    <a:pt x="19" y="10"/>
                  </a:cubicBezTo>
                  <a:cubicBezTo>
                    <a:pt x="19" y="9"/>
                    <a:pt x="19" y="8"/>
                    <a:pt x="19" y="7"/>
                  </a:cubicBezTo>
                  <a:cubicBezTo>
                    <a:pt x="17" y="2"/>
                    <a:pt x="11" y="0"/>
                    <a:pt x="7" y="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28"/>
            <p:cNvSpPr/>
            <p:nvPr/>
          </p:nvSpPr>
          <p:spPr>
            <a:xfrm>
              <a:off x="6654036" y="2861000"/>
              <a:ext cx="63441" cy="57406"/>
            </a:xfrm>
            <a:custGeom>
              <a:rect b="b" l="l" r="r" t="t"/>
              <a:pathLst>
                <a:path extrusionOk="0" h="17" w="19">
                  <a:moveTo>
                    <a:pt x="9" y="17"/>
                  </a:moveTo>
                  <a:cubicBezTo>
                    <a:pt x="11" y="17"/>
                    <a:pt x="12" y="17"/>
                    <a:pt x="14" y="16"/>
                  </a:cubicBezTo>
                  <a:cubicBezTo>
                    <a:pt x="17" y="14"/>
                    <a:pt x="19" y="11"/>
                    <a:pt x="18" y="7"/>
                  </a:cubicBezTo>
                  <a:cubicBezTo>
                    <a:pt x="17" y="3"/>
                    <a:pt x="15" y="1"/>
                    <a:pt x="11" y="0"/>
                  </a:cubicBezTo>
                  <a:cubicBezTo>
                    <a:pt x="8" y="0"/>
                    <a:pt x="6" y="0"/>
                    <a:pt x="4" y="2"/>
                  </a:cubicBezTo>
                  <a:cubicBezTo>
                    <a:pt x="3" y="3"/>
                    <a:pt x="2" y="4"/>
                    <a:pt x="1" y="6"/>
                  </a:cubicBezTo>
                  <a:cubicBezTo>
                    <a:pt x="1" y="8"/>
                    <a:pt x="0" y="9"/>
                    <a:pt x="1" y="11"/>
                  </a:cubicBezTo>
                  <a:cubicBezTo>
                    <a:pt x="2" y="15"/>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28"/>
            <p:cNvSpPr/>
            <p:nvPr/>
          </p:nvSpPr>
          <p:spPr>
            <a:xfrm>
              <a:off x="6753753" y="2958703"/>
              <a:ext cx="57406" cy="59423"/>
            </a:xfrm>
            <a:custGeom>
              <a:rect b="b" l="l" r="r" t="t"/>
              <a:pathLst>
                <a:path extrusionOk="0" h="18" w="17">
                  <a:moveTo>
                    <a:pt x="8" y="18"/>
                  </a:moveTo>
                  <a:cubicBezTo>
                    <a:pt x="9" y="18"/>
                    <a:pt x="9" y="18"/>
                    <a:pt x="10" y="18"/>
                  </a:cubicBezTo>
                  <a:cubicBezTo>
                    <a:pt x="10" y="17"/>
                    <a:pt x="11" y="17"/>
                    <a:pt x="11" y="17"/>
                  </a:cubicBezTo>
                  <a:cubicBezTo>
                    <a:pt x="14" y="16"/>
                    <a:pt x="17" y="13"/>
                    <a:pt x="17" y="9"/>
                  </a:cubicBezTo>
                  <a:cubicBezTo>
                    <a:pt x="17" y="9"/>
                    <a:pt x="17" y="8"/>
                    <a:pt x="17" y="8"/>
                  </a:cubicBezTo>
                  <a:cubicBezTo>
                    <a:pt x="17" y="7"/>
                    <a:pt x="17" y="6"/>
                    <a:pt x="16" y="5"/>
                  </a:cubicBezTo>
                  <a:cubicBezTo>
                    <a:pt x="14" y="2"/>
                    <a:pt x="12" y="0"/>
                    <a:pt x="9" y="0"/>
                  </a:cubicBezTo>
                  <a:cubicBezTo>
                    <a:pt x="7" y="0"/>
                    <a:pt x="6" y="1"/>
                    <a:pt x="5" y="1"/>
                  </a:cubicBezTo>
                  <a:cubicBezTo>
                    <a:pt x="2" y="2"/>
                    <a:pt x="1" y="4"/>
                    <a:pt x="0" y="7"/>
                  </a:cubicBezTo>
                  <a:cubicBezTo>
                    <a:pt x="0" y="10"/>
                    <a:pt x="0" y="12"/>
                    <a:pt x="1" y="14"/>
                  </a:cubicBezTo>
                  <a:cubicBezTo>
                    <a:pt x="3" y="16"/>
                    <a:pt x="5" y="17"/>
                    <a:pt x="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28"/>
            <p:cNvSpPr/>
            <p:nvPr/>
          </p:nvSpPr>
          <p:spPr>
            <a:xfrm>
              <a:off x="6560362" y="2958703"/>
              <a:ext cx="57406" cy="59423"/>
            </a:xfrm>
            <a:custGeom>
              <a:rect b="b" l="l" r="r" t="t"/>
              <a:pathLst>
                <a:path extrusionOk="0" h="18" w="17">
                  <a:moveTo>
                    <a:pt x="16" y="5"/>
                  </a:moveTo>
                  <a:cubicBezTo>
                    <a:pt x="14" y="2"/>
                    <a:pt x="12" y="0"/>
                    <a:pt x="8" y="0"/>
                  </a:cubicBezTo>
                  <a:cubicBezTo>
                    <a:pt x="7" y="0"/>
                    <a:pt x="5" y="1"/>
                    <a:pt x="4" y="2"/>
                  </a:cubicBezTo>
                  <a:cubicBezTo>
                    <a:pt x="1" y="3"/>
                    <a:pt x="0" y="5"/>
                    <a:pt x="0" y="8"/>
                  </a:cubicBezTo>
                  <a:cubicBezTo>
                    <a:pt x="0" y="9"/>
                    <a:pt x="0" y="10"/>
                    <a:pt x="0" y="10"/>
                  </a:cubicBezTo>
                  <a:cubicBezTo>
                    <a:pt x="0" y="11"/>
                    <a:pt x="0" y="12"/>
                    <a:pt x="0" y="12"/>
                  </a:cubicBezTo>
                  <a:cubicBezTo>
                    <a:pt x="2" y="16"/>
                    <a:pt x="4" y="17"/>
                    <a:pt x="8" y="18"/>
                  </a:cubicBezTo>
                  <a:cubicBezTo>
                    <a:pt x="8" y="18"/>
                    <a:pt x="9" y="18"/>
                    <a:pt x="10" y="18"/>
                  </a:cubicBezTo>
                  <a:cubicBezTo>
                    <a:pt x="10" y="17"/>
                    <a:pt x="11" y="17"/>
                    <a:pt x="11" y="17"/>
                  </a:cubicBezTo>
                  <a:cubicBezTo>
                    <a:pt x="15" y="16"/>
                    <a:pt x="17" y="13"/>
                    <a:pt x="17" y="9"/>
                  </a:cubicBezTo>
                  <a:cubicBezTo>
                    <a:pt x="17" y="8"/>
                    <a:pt x="16" y="6"/>
                    <a:pt x="16"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28"/>
            <p:cNvSpPr/>
            <p:nvPr/>
          </p:nvSpPr>
          <p:spPr>
            <a:xfrm>
              <a:off x="6851456" y="2857978"/>
              <a:ext cx="59423" cy="60420"/>
            </a:xfrm>
            <a:custGeom>
              <a:rect b="b" l="l" r="r" t="t"/>
              <a:pathLst>
                <a:path extrusionOk="0" h="18" w="18">
                  <a:moveTo>
                    <a:pt x="1" y="13"/>
                  </a:moveTo>
                  <a:cubicBezTo>
                    <a:pt x="2" y="16"/>
                    <a:pt x="5" y="18"/>
                    <a:pt x="9" y="18"/>
                  </a:cubicBezTo>
                  <a:cubicBezTo>
                    <a:pt x="11" y="18"/>
                    <a:pt x="12" y="18"/>
                    <a:pt x="14" y="17"/>
                  </a:cubicBezTo>
                  <a:cubicBezTo>
                    <a:pt x="17" y="14"/>
                    <a:pt x="18" y="10"/>
                    <a:pt x="16" y="6"/>
                  </a:cubicBezTo>
                  <a:cubicBezTo>
                    <a:pt x="14" y="2"/>
                    <a:pt x="9" y="0"/>
                    <a:pt x="5" y="2"/>
                  </a:cubicBezTo>
                  <a:cubicBezTo>
                    <a:pt x="2" y="3"/>
                    <a:pt x="0" y="6"/>
                    <a:pt x="0" y="10"/>
                  </a:cubicBezTo>
                  <a:cubicBezTo>
                    <a:pt x="0" y="10"/>
                    <a:pt x="0" y="11"/>
                    <a:pt x="0" y="11"/>
                  </a:cubicBezTo>
                  <a:cubicBezTo>
                    <a:pt x="0" y="12"/>
                    <a:pt x="0" y="12"/>
                    <a:pt x="1"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28"/>
            <p:cNvSpPr/>
            <p:nvPr/>
          </p:nvSpPr>
          <p:spPr>
            <a:xfrm>
              <a:off x="6948152" y="3156125"/>
              <a:ext cx="56421" cy="29213"/>
            </a:xfrm>
            <a:custGeom>
              <a:rect b="b" l="l" r="r" t="t"/>
              <a:pathLst>
                <a:path extrusionOk="0" h="9" w="17">
                  <a:moveTo>
                    <a:pt x="17" y="9"/>
                  </a:moveTo>
                  <a:cubicBezTo>
                    <a:pt x="17" y="9"/>
                    <a:pt x="17" y="9"/>
                    <a:pt x="17" y="8"/>
                  </a:cubicBezTo>
                  <a:cubicBezTo>
                    <a:pt x="17" y="8"/>
                    <a:pt x="17" y="7"/>
                    <a:pt x="17" y="6"/>
                  </a:cubicBezTo>
                  <a:cubicBezTo>
                    <a:pt x="16" y="2"/>
                    <a:pt x="13" y="0"/>
                    <a:pt x="9" y="0"/>
                  </a:cubicBezTo>
                  <a:cubicBezTo>
                    <a:pt x="7" y="0"/>
                    <a:pt x="6" y="0"/>
                    <a:pt x="5" y="0"/>
                  </a:cubicBezTo>
                  <a:cubicBezTo>
                    <a:pt x="2" y="2"/>
                    <a:pt x="0" y="6"/>
                    <a:pt x="0" y="9"/>
                  </a:cubicBezTo>
                  <a:lnTo>
                    <a:pt x="17"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28"/>
            <p:cNvSpPr/>
            <p:nvPr/>
          </p:nvSpPr>
          <p:spPr>
            <a:xfrm>
              <a:off x="6363949" y="3156125"/>
              <a:ext cx="59423" cy="29213"/>
            </a:xfrm>
            <a:custGeom>
              <a:rect b="b" l="l" r="r" t="t"/>
              <a:pathLst>
                <a:path extrusionOk="0" h="9" w="18">
                  <a:moveTo>
                    <a:pt x="0" y="9"/>
                  </a:moveTo>
                  <a:cubicBezTo>
                    <a:pt x="0" y="9"/>
                    <a:pt x="0" y="8"/>
                    <a:pt x="0" y="8"/>
                  </a:cubicBezTo>
                  <a:cubicBezTo>
                    <a:pt x="0" y="4"/>
                    <a:pt x="3" y="0"/>
                    <a:pt x="9" y="0"/>
                  </a:cubicBezTo>
                  <a:cubicBezTo>
                    <a:pt x="15" y="0"/>
                    <a:pt x="18" y="5"/>
                    <a:pt x="18" y="8"/>
                  </a:cubicBezTo>
                  <a:cubicBezTo>
                    <a:pt x="18" y="9"/>
                    <a:pt x="18" y="9"/>
                    <a:pt x="17" y="9"/>
                  </a:cubicBezTo>
                  <a:lnTo>
                    <a:pt x="0" y="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28"/>
            <p:cNvSpPr/>
            <p:nvPr/>
          </p:nvSpPr>
          <p:spPr>
            <a:xfrm>
              <a:off x="7141544" y="3152096"/>
              <a:ext cx="60420" cy="33239"/>
            </a:xfrm>
            <a:custGeom>
              <a:rect b="b" l="l" r="r" t="t"/>
              <a:pathLst>
                <a:path extrusionOk="0" h="10" w="18">
                  <a:moveTo>
                    <a:pt x="18" y="9"/>
                  </a:moveTo>
                  <a:cubicBezTo>
                    <a:pt x="18" y="10"/>
                    <a:pt x="18" y="10"/>
                    <a:pt x="18" y="10"/>
                  </a:cubicBezTo>
                  <a:cubicBezTo>
                    <a:pt x="0" y="10"/>
                    <a:pt x="0" y="10"/>
                    <a:pt x="0" y="10"/>
                  </a:cubicBezTo>
                  <a:cubicBezTo>
                    <a:pt x="0" y="10"/>
                    <a:pt x="0" y="9"/>
                    <a:pt x="0" y="9"/>
                  </a:cubicBezTo>
                  <a:cubicBezTo>
                    <a:pt x="1" y="5"/>
                    <a:pt x="2" y="3"/>
                    <a:pt x="6" y="1"/>
                  </a:cubicBezTo>
                  <a:cubicBezTo>
                    <a:pt x="6" y="1"/>
                    <a:pt x="7" y="1"/>
                    <a:pt x="8" y="1"/>
                  </a:cubicBezTo>
                  <a:cubicBezTo>
                    <a:pt x="12" y="0"/>
                    <a:pt x="16" y="2"/>
                    <a:pt x="17" y="6"/>
                  </a:cubicBezTo>
                  <a:cubicBezTo>
                    <a:pt x="17" y="7"/>
                    <a:pt x="17" y="7"/>
                    <a:pt x="17" y="8"/>
                  </a:cubicBezTo>
                  <a:cubicBezTo>
                    <a:pt x="18" y="8"/>
                    <a:pt x="18" y="9"/>
                    <a:pt x="18"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28"/>
            <p:cNvSpPr/>
            <p:nvPr/>
          </p:nvSpPr>
          <p:spPr>
            <a:xfrm>
              <a:off x="6460644" y="2861000"/>
              <a:ext cx="59423" cy="57406"/>
            </a:xfrm>
            <a:custGeom>
              <a:rect b="b" l="l" r="r" t="t"/>
              <a:pathLst>
                <a:path extrusionOk="0" h="17" w="18">
                  <a:moveTo>
                    <a:pt x="9" y="17"/>
                  </a:moveTo>
                  <a:cubicBezTo>
                    <a:pt x="11" y="17"/>
                    <a:pt x="12" y="17"/>
                    <a:pt x="13" y="16"/>
                  </a:cubicBezTo>
                  <a:cubicBezTo>
                    <a:pt x="16" y="15"/>
                    <a:pt x="17" y="12"/>
                    <a:pt x="18" y="9"/>
                  </a:cubicBezTo>
                  <a:cubicBezTo>
                    <a:pt x="18" y="9"/>
                    <a:pt x="18" y="8"/>
                    <a:pt x="17" y="7"/>
                  </a:cubicBezTo>
                  <a:cubicBezTo>
                    <a:pt x="17" y="6"/>
                    <a:pt x="17" y="6"/>
                    <a:pt x="17" y="5"/>
                  </a:cubicBezTo>
                  <a:cubicBezTo>
                    <a:pt x="16" y="3"/>
                    <a:pt x="13" y="1"/>
                    <a:pt x="10" y="0"/>
                  </a:cubicBezTo>
                  <a:cubicBezTo>
                    <a:pt x="8" y="0"/>
                    <a:pt x="6" y="0"/>
                    <a:pt x="5" y="1"/>
                  </a:cubicBezTo>
                  <a:cubicBezTo>
                    <a:pt x="3" y="3"/>
                    <a:pt x="1" y="5"/>
                    <a:pt x="1" y="7"/>
                  </a:cubicBezTo>
                  <a:cubicBezTo>
                    <a:pt x="0" y="9"/>
                    <a:pt x="0" y="11"/>
                    <a:pt x="1" y="13"/>
                  </a:cubicBezTo>
                  <a:cubicBezTo>
                    <a:pt x="3" y="16"/>
                    <a:pt x="5" y="17"/>
                    <a:pt x="9"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28"/>
            <p:cNvSpPr/>
            <p:nvPr/>
          </p:nvSpPr>
          <p:spPr>
            <a:xfrm>
              <a:off x="7044848" y="3052378"/>
              <a:ext cx="56421" cy="63442"/>
            </a:xfrm>
            <a:custGeom>
              <a:rect b="b" l="l" r="r" t="t"/>
              <a:pathLst>
                <a:path extrusionOk="0" h="19" w="17">
                  <a:moveTo>
                    <a:pt x="6" y="18"/>
                  </a:moveTo>
                  <a:cubicBezTo>
                    <a:pt x="8" y="19"/>
                    <a:pt x="10" y="19"/>
                    <a:pt x="11" y="18"/>
                  </a:cubicBezTo>
                  <a:cubicBezTo>
                    <a:pt x="15" y="17"/>
                    <a:pt x="17" y="14"/>
                    <a:pt x="17" y="11"/>
                  </a:cubicBezTo>
                  <a:cubicBezTo>
                    <a:pt x="17" y="9"/>
                    <a:pt x="17" y="8"/>
                    <a:pt x="17" y="7"/>
                  </a:cubicBezTo>
                  <a:cubicBezTo>
                    <a:pt x="15" y="2"/>
                    <a:pt x="10" y="0"/>
                    <a:pt x="6" y="2"/>
                  </a:cubicBezTo>
                  <a:cubicBezTo>
                    <a:pt x="3" y="3"/>
                    <a:pt x="1" y="5"/>
                    <a:pt x="0" y="8"/>
                  </a:cubicBezTo>
                  <a:cubicBezTo>
                    <a:pt x="0" y="12"/>
                    <a:pt x="1" y="15"/>
                    <a:pt x="4" y="17"/>
                  </a:cubicBezTo>
                  <a:cubicBezTo>
                    <a:pt x="4" y="18"/>
                    <a:pt x="5" y="18"/>
                    <a:pt x="6"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28"/>
            <p:cNvSpPr/>
            <p:nvPr/>
          </p:nvSpPr>
          <p:spPr>
            <a:xfrm>
              <a:off x="6750732" y="3156125"/>
              <a:ext cx="60420" cy="29213"/>
            </a:xfrm>
            <a:custGeom>
              <a:rect b="b" l="l" r="r" t="t"/>
              <a:pathLst>
                <a:path extrusionOk="0" h="9" w="18">
                  <a:moveTo>
                    <a:pt x="18" y="8"/>
                  </a:moveTo>
                  <a:cubicBezTo>
                    <a:pt x="18" y="9"/>
                    <a:pt x="18" y="9"/>
                    <a:pt x="18" y="9"/>
                  </a:cubicBezTo>
                  <a:cubicBezTo>
                    <a:pt x="1" y="9"/>
                    <a:pt x="1" y="9"/>
                    <a:pt x="1" y="9"/>
                  </a:cubicBezTo>
                  <a:cubicBezTo>
                    <a:pt x="0" y="6"/>
                    <a:pt x="2" y="3"/>
                    <a:pt x="5" y="1"/>
                  </a:cubicBezTo>
                  <a:cubicBezTo>
                    <a:pt x="6" y="0"/>
                    <a:pt x="8" y="0"/>
                    <a:pt x="10" y="0"/>
                  </a:cubicBezTo>
                  <a:cubicBezTo>
                    <a:pt x="13" y="0"/>
                    <a:pt x="15" y="1"/>
                    <a:pt x="17" y="4"/>
                  </a:cubicBezTo>
                  <a:cubicBezTo>
                    <a:pt x="18" y="6"/>
                    <a:pt x="18" y="7"/>
                    <a:pt x="18" y="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28"/>
            <p:cNvSpPr/>
            <p:nvPr/>
          </p:nvSpPr>
          <p:spPr>
            <a:xfrm>
              <a:off x="6560362" y="3152096"/>
              <a:ext cx="57406" cy="33239"/>
            </a:xfrm>
            <a:custGeom>
              <a:rect b="b" l="l" r="r" t="t"/>
              <a:pathLst>
                <a:path extrusionOk="0" h="10" w="17">
                  <a:moveTo>
                    <a:pt x="17" y="9"/>
                  </a:moveTo>
                  <a:cubicBezTo>
                    <a:pt x="17" y="10"/>
                    <a:pt x="17" y="10"/>
                    <a:pt x="17" y="10"/>
                  </a:cubicBezTo>
                  <a:cubicBezTo>
                    <a:pt x="0" y="10"/>
                    <a:pt x="0" y="10"/>
                    <a:pt x="0" y="10"/>
                  </a:cubicBezTo>
                  <a:cubicBezTo>
                    <a:pt x="0" y="10"/>
                    <a:pt x="0" y="9"/>
                    <a:pt x="0" y="8"/>
                  </a:cubicBezTo>
                  <a:cubicBezTo>
                    <a:pt x="0" y="7"/>
                    <a:pt x="0" y="6"/>
                    <a:pt x="1" y="5"/>
                  </a:cubicBezTo>
                  <a:cubicBezTo>
                    <a:pt x="3" y="2"/>
                    <a:pt x="6" y="0"/>
                    <a:pt x="9" y="1"/>
                  </a:cubicBezTo>
                  <a:cubicBezTo>
                    <a:pt x="12" y="1"/>
                    <a:pt x="14" y="2"/>
                    <a:pt x="15" y="5"/>
                  </a:cubicBezTo>
                  <a:cubicBezTo>
                    <a:pt x="16" y="6"/>
                    <a:pt x="17" y="8"/>
                    <a:pt x="17" y="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4" name="Google Shape;644;p28"/>
            <p:cNvSpPr/>
            <p:nvPr/>
          </p:nvSpPr>
          <p:spPr>
            <a:xfrm>
              <a:off x="6169550" y="3152096"/>
              <a:ext cx="57406" cy="33239"/>
            </a:xfrm>
            <a:custGeom>
              <a:rect b="b" l="l" r="r" t="t"/>
              <a:pathLst>
                <a:path extrusionOk="0" h="10" w="17">
                  <a:moveTo>
                    <a:pt x="0" y="10"/>
                  </a:moveTo>
                  <a:cubicBezTo>
                    <a:pt x="0" y="10"/>
                    <a:pt x="0" y="10"/>
                    <a:pt x="0" y="9"/>
                  </a:cubicBezTo>
                  <a:cubicBezTo>
                    <a:pt x="0" y="6"/>
                    <a:pt x="2" y="3"/>
                    <a:pt x="5" y="1"/>
                  </a:cubicBezTo>
                  <a:cubicBezTo>
                    <a:pt x="9" y="0"/>
                    <a:pt x="14" y="1"/>
                    <a:pt x="16" y="5"/>
                  </a:cubicBezTo>
                  <a:cubicBezTo>
                    <a:pt x="17" y="6"/>
                    <a:pt x="17" y="7"/>
                    <a:pt x="17" y="8"/>
                  </a:cubicBezTo>
                  <a:cubicBezTo>
                    <a:pt x="17" y="9"/>
                    <a:pt x="17" y="9"/>
                    <a:pt x="17" y="9"/>
                  </a:cubicBezTo>
                  <a:cubicBezTo>
                    <a:pt x="17" y="10"/>
                    <a:pt x="17" y="10"/>
                    <a:pt x="17" y="10"/>
                  </a:cubicBezTo>
                  <a:lnTo>
                    <a:pt x="0"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45" name="Google Shape;645;p28"/>
          <p:cNvGrpSpPr/>
          <p:nvPr/>
        </p:nvGrpSpPr>
        <p:grpSpPr>
          <a:xfrm>
            <a:off x="535089" y="-125268"/>
            <a:ext cx="9247073" cy="4498480"/>
            <a:chOff x="535089" y="-125268"/>
            <a:chExt cx="9247073" cy="4498480"/>
          </a:xfrm>
        </p:grpSpPr>
        <p:sp>
          <p:nvSpPr>
            <p:cNvPr id="646" name="Google Shape;646;p28"/>
            <p:cNvSpPr/>
            <p:nvPr/>
          </p:nvSpPr>
          <p:spPr>
            <a:xfrm>
              <a:off x="7824575" y="3378754"/>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7" name="Google Shape;647;p28"/>
            <p:cNvSpPr/>
            <p:nvPr/>
          </p:nvSpPr>
          <p:spPr>
            <a:xfrm rot="-5400000">
              <a:off x="7755825" y="-223181"/>
              <a:ext cx="1928425" cy="2124250"/>
            </a:xfrm>
            <a:custGeom>
              <a:rect b="b" l="l" r="r" t="t"/>
              <a:pathLst>
                <a:path extrusionOk="0" h="372" w="338">
                  <a:moveTo>
                    <a:pt x="31" y="340"/>
                  </a:moveTo>
                  <a:cubicBezTo>
                    <a:pt x="31" y="170"/>
                    <a:pt x="168" y="32"/>
                    <a:pt x="338" y="31"/>
                  </a:cubicBezTo>
                  <a:cubicBezTo>
                    <a:pt x="338" y="0"/>
                    <a:pt x="338" y="0"/>
                    <a:pt x="338" y="0"/>
                  </a:cubicBezTo>
                  <a:cubicBezTo>
                    <a:pt x="151" y="1"/>
                    <a:pt x="0" y="153"/>
                    <a:pt x="0" y="340"/>
                  </a:cubicBezTo>
                  <a:cubicBezTo>
                    <a:pt x="0" y="351"/>
                    <a:pt x="0" y="361"/>
                    <a:pt x="1" y="372"/>
                  </a:cubicBezTo>
                  <a:cubicBezTo>
                    <a:pt x="33" y="372"/>
                    <a:pt x="33" y="372"/>
                    <a:pt x="33" y="372"/>
                  </a:cubicBezTo>
                  <a:cubicBezTo>
                    <a:pt x="32" y="361"/>
                    <a:pt x="31" y="351"/>
                    <a:pt x="31" y="3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28"/>
            <p:cNvSpPr/>
            <p:nvPr/>
          </p:nvSpPr>
          <p:spPr>
            <a:xfrm>
              <a:off x="535089" y="29196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649" name="Google Shape;649;p28"/>
          <p:cNvGrpSpPr/>
          <p:nvPr/>
        </p:nvGrpSpPr>
        <p:grpSpPr>
          <a:xfrm>
            <a:off x="371446" y="-276616"/>
            <a:ext cx="1896492" cy="1018353"/>
            <a:chOff x="1673821" y="2798659"/>
            <a:chExt cx="1896492" cy="1018353"/>
          </a:xfrm>
        </p:grpSpPr>
        <p:sp>
          <p:nvSpPr>
            <p:cNvPr id="650" name="Google Shape;650;p28"/>
            <p:cNvSpPr/>
            <p:nvPr/>
          </p:nvSpPr>
          <p:spPr>
            <a:xfrm>
              <a:off x="3432214" y="2798659"/>
              <a:ext cx="138099" cy="134937"/>
            </a:xfrm>
            <a:custGeom>
              <a:rect b="b" l="l" r="r" t="t"/>
              <a:pathLst>
                <a:path extrusionOk="0" h="38" w="39">
                  <a:moveTo>
                    <a:pt x="39" y="13"/>
                  </a:moveTo>
                  <a:cubicBezTo>
                    <a:pt x="26" y="0"/>
                    <a:pt x="26" y="0"/>
                    <a:pt x="26" y="0"/>
                  </a:cubicBezTo>
                  <a:cubicBezTo>
                    <a:pt x="0" y="0"/>
                    <a:pt x="0" y="0"/>
                    <a:pt x="0" y="0"/>
                  </a:cubicBezTo>
                  <a:cubicBezTo>
                    <a:pt x="38" y="38"/>
                    <a:pt x="38" y="38"/>
                    <a:pt x="38" y="38"/>
                  </a:cubicBezTo>
                  <a:cubicBezTo>
                    <a:pt x="39" y="30"/>
                    <a:pt x="39" y="21"/>
                    <a:pt x="3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1" name="Google Shape;651;p28"/>
            <p:cNvSpPr/>
            <p:nvPr/>
          </p:nvSpPr>
          <p:spPr>
            <a:xfrm>
              <a:off x="3247730" y="2798659"/>
              <a:ext cx="312041" cy="294121"/>
            </a:xfrm>
            <a:custGeom>
              <a:rect b="b" l="l" r="r" t="t"/>
              <a:pathLst>
                <a:path extrusionOk="0" h="83" w="88">
                  <a:moveTo>
                    <a:pt x="0" y="0"/>
                  </a:moveTo>
                  <a:cubicBezTo>
                    <a:pt x="83" y="83"/>
                    <a:pt x="83" y="83"/>
                    <a:pt x="83" y="83"/>
                  </a:cubicBezTo>
                  <a:cubicBezTo>
                    <a:pt x="85" y="76"/>
                    <a:pt x="86" y="69"/>
                    <a:pt x="88" y="6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2" name="Google Shape;652;p28"/>
            <p:cNvSpPr/>
            <p:nvPr/>
          </p:nvSpPr>
          <p:spPr>
            <a:xfrm>
              <a:off x="3060084" y="2798659"/>
              <a:ext cx="460682" cy="436437"/>
            </a:xfrm>
            <a:custGeom>
              <a:rect b="b" l="l" r="r" t="t"/>
              <a:pathLst>
                <a:path extrusionOk="0" h="123" w="130">
                  <a:moveTo>
                    <a:pt x="0" y="0"/>
                  </a:moveTo>
                  <a:cubicBezTo>
                    <a:pt x="123" y="123"/>
                    <a:pt x="123" y="123"/>
                    <a:pt x="123" y="123"/>
                  </a:cubicBezTo>
                  <a:cubicBezTo>
                    <a:pt x="126" y="116"/>
                    <a:pt x="128" y="110"/>
                    <a:pt x="130" y="103"/>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3" name="Google Shape;653;p28"/>
            <p:cNvSpPr/>
            <p:nvPr/>
          </p:nvSpPr>
          <p:spPr>
            <a:xfrm>
              <a:off x="2875600" y="2798659"/>
              <a:ext cx="591402" cy="556615"/>
            </a:xfrm>
            <a:custGeom>
              <a:rect b="b" l="l" r="r" t="t"/>
              <a:pathLst>
                <a:path extrusionOk="0" h="157" w="167">
                  <a:moveTo>
                    <a:pt x="0" y="0"/>
                  </a:moveTo>
                  <a:cubicBezTo>
                    <a:pt x="158" y="157"/>
                    <a:pt x="158" y="157"/>
                    <a:pt x="158" y="157"/>
                  </a:cubicBezTo>
                  <a:cubicBezTo>
                    <a:pt x="161" y="152"/>
                    <a:pt x="164" y="146"/>
                    <a:pt x="167" y="140"/>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4" name="Google Shape;654;p28"/>
            <p:cNvSpPr/>
            <p:nvPr/>
          </p:nvSpPr>
          <p:spPr>
            <a:xfrm>
              <a:off x="2691116" y="2798659"/>
              <a:ext cx="705255" cy="667306"/>
            </a:xfrm>
            <a:custGeom>
              <a:rect b="b" l="l" r="r" t="t"/>
              <a:pathLst>
                <a:path extrusionOk="0" h="188" w="199">
                  <a:moveTo>
                    <a:pt x="0" y="0"/>
                  </a:moveTo>
                  <a:cubicBezTo>
                    <a:pt x="188" y="188"/>
                    <a:pt x="188" y="188"/>
                    <a:pt x="188" y="188"/>
                  </a:cubicBezTo>
                  <a:cubicBezTo>
                    <a:pt x="192" y="183"/>
                    <a:pt x="196" y="178"/>
                    <a:pt x="199" y="173"/>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5" name="Google Shape;655;p28"/>
            <p:cNvSpPr/>
            <p:nvPr/>
          </p:nvSpPr>
          <p:spPr>
            <a:xfrm>
              <a:off x="2506633" y="2798659"/>
              <a:ext cx="808566" cy="763238"/>
            </a:xfrm>
            <a:custGeom>
              <a:rect b="b" l="l" r="r" t="t"/>
              <a:pathLst>
                <a:path extrusionOk="0" h="215" w="228">
                  <a:moveTo>
                    <a:pt x="0" y="0"/>
                  </a:moveTo>
                  <a:cubicBezTo>
                    <a:pt x="215" y="215"/>
                    <a:pt x="215" y="215"/>
                    <a:pt x="215" y="215"/>
                  </a:cubicBezTo>
                  <a:cubicBezTo>
                    <a:pt x="217" y="213"/>
                    <a:pt x="219" y="210"/>
                    <a:pt x="222" y="208"/>
                  </a:cubicBezTo>
                  <a:cubicBezTo>
                    <a:pt x="224" y="206"/>
                    <a:pt x="226" y="204"/>
                    <a:pt x="228" y="20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6" name="Google Shape;656;p28"/>
            <p:cNvSpPr/>
            <p:nvPr/>
          </p:nvSpPr>
          <p:spPr>
            <a:xfrm>
              <a:off x="2322149" y="2798659"/>
              <a:ext cx="897118" cy="844412"/>
            </a:xfrm>
            <a:custGeom>
              <a:rect b="b" l="l" r="r" t="t"/>
              <a:pathLst>
                <a:path extrusionOk="0" h="238" w="253">
                  <a:moveTo>
                    <a:pt x="0" y="0"/>
                  </a:moveTo>
                  <a:cubicBezTo>
                    <a:pt x="238" y="238"/>
                    <a:pt x="238" y="238"/>
                    <a:pt x="238" y="238"/>
                  </a:cubicBezTo>
                  <a:cubicBezTo>
                    <a:pt x="243" y="234"/>
                    <a:pt x="248" y="231"/>
                    <a:pt x="253" y="227"/>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7" name="Google Shape;657;p28"/>
            <p:cNvSpPr/>
            <p:nvPr/>
          </p:nvSpPr>
          <p:spPr>
            <a:xfrm>
              <a:off x="2137666" y="2798659"/>
              <a:ext cx="975128" cy="916097"/>
            </a:xfrm>
            <a:custGeom>
              <a:rect b="b" l="l" r="r" t="t"/>
              <a:pathLst>
                <a:path extrusionOk="0" h="258" w="275">
                  <a:moveTo>
                    <a:pt x="0" y="0"/>
                  </a:moveTo>
                  <a:cubicBezTo>
                    <a:pt x="258" y="258"/>
                    <a:pt x="258" y="258"/>
                    <a:pt x="258" y="258"/>
                  </a:cubicBezTo>
                  <a:cubicBezTo>
                    <a:pt x="263" y="255"/>
                    <a:pt x="269" y="252"/>
                    <a:pt x="275" y="248"/>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8" name="Google Shape;658;p28"/>
            <p:cNvSpPr/>
            <p:nvPr/>
          </p:nvSpPr>
          <p:spPr>
            <a:xfrm>
              <a:off x="1953182" y="2798659"/>
              <a:ext cx="1035217" cy="968806"/>
            </a:xfrm>
            <a:custGeom>
              <a:rect b="b" l="l" r="r" t="t"/>
              <a:pathLst>
                <a:path extrusionOk="0" h="273" w="292">
                  <a:moveTo>
                    <a:pt x="0" y="0"/>
                  </a:moveTo>
                  <a:cubicBezTo>
                    <a:pt x="273" y="273"/>
                    <a:pt x="273" y="273"/>
                    <a:pt x="273" y="273"/>
                  </a:cubicBezTo>
                  <a:cubicBezTo>
                    <a:pt x="279" y="271"/>
                    <a:pt x="286" y="268"/>
                    <a:pt x="292" y="266"/>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59" name="Google Shape;659;p28"/>
            <p:cNvSpPr/>
            <p:nvPr/>
          </p:nvSpPr>
          <p:spPr>
            <a:xfrm>
              <a:off x="1765536" y="2798659"/>
              <a:ext cx="1084764" cy="1004649"/>
            </a:xfrm>
            <a:custGeom>
              <a:rect b="b" l="l" r="r" t="t"/>
              <a:pathLst>
                <a:path extrusionOk="0" h="283" w="306">
                  <a:moveTo>
                    <a:pt x="0" y="0"/>
                  </a:moveTo>
                  <a:cubicBezTo>
                    <a:pt x="284" y="283"/>
                    <a:pt x="284" y="283"/>
                    <a:pt x="284" y="283"/>
                  </a:cubicBezTo>
                  <a:cubicBezTo>
                    <a:pt x="291" y="282"/>
                    <a:pt x="299" y="281"/>
                    <a:pt x="306" y="279"/>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60" name="Google Shape;660;p28"/>
            <p:cNvSpPr/>
            <p:nvPr/>
          </p:nvSpPr>
          <p:spPr>
            <a:xfrm>
              <a:off x="1673821" y="2798659"/>
              <a:ext cx="1017295" cy="1018353"/>
            </a:xfrm>
            <a:custGeom>
              <a:rect b="b" l="l" r="r" t="t"/>
              <a:pathLst>
                <a:path extrusionOk="0" h="287" w="287">
                  <a:moveTo>
                    <a:pt x="0" y="26"/>
                  </a:moveTo>
                  <a:cubicBezTo>
                    <a:pt x="261" y="286"/>
                    <a:pt x="261" y="286"/>
                    <a:pt x="261" y="286"/>
                  </a:cubicBezTo>
                  <a:cubicBezTo>
                    <a:pt x="270" y="287"/>
                    <a:pt x="278" y="286"/>
                    <a:pt x="287" y="286"/>
                  </a:cubicBezTo>
                  <a:cubicBezTo>
                    <a:pt x="1" y="0"/>
                    <a:pt x="1" y="0"/>
                    <a:pt x="1" y="0"/>
                  </a:cubicBezTo>
                  <a:cubicBezTo>
                    <a:pt x="0" y="9"/>
                    <a:pt x="0" y="17"/>
                    <a:pt x="0"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61" name="Google Shape;661;p28"/>
            <p:cNvSpPr/>
            <p:nvPr/>
          </p:nvSpPr>
          <p:spPr>
            <a:xfrm>
              <a:off x="1684363" y="2990523"/>
              <a:ext cx="814891" cy="815948"/>
            </a:xfrm>
            <a:custGeom>
              <a:rect b="b" l="l" r="r" t="t"/>
              <a:pathLst>
                <a:path extrusionOk="0" h="230" w="230">
                  <a:moveTo>
                    <a:pt x="6" y="32"/>
                  </a:moveTo>
                  <a:cubicBezTo>
                    <a:pt x="197" y="224"/>
                    <a:pt x="197" y="224"/>
                    <a:pt x="197" y="224"/>
                  </a:cubicBezTo>
                  <a:cubicBezTo>
                    <a:pt x="208" y="227"/>
                    <a:pt x="219" y="229"/>
                    <a:pt x="230" y="230"/>
                  </a:cubicBezTo>
                  <a:cubicBezTo>
                    <a:pt x="0" y="0"/>
                    <a:pt x="0" y="0"/>
                    <a:pt x="0" y="0"/>
                  </a:cubicBezTo>
                  <a:cubicBezTo>
                    <a:pt x="1" y="11"/>
                    <a:pt x="3" y="22"/>
                    <a:pt x="6" y="3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62" name="Google Shape;662;p28"/>
            <p:cNvSpPr/>
            <p:nvPr/>
          </p:nvSpPr>
          <p:spPr>
            <a:xfrm>
              <a:off x="1751832" y="3245638"/>
              <a:ext cx="492308" cy="490202"/>
            </a:xfrm>
            <a:custGeom>
              <a:rect b="b" l="l" r="r" t="t"/>
              <a:pathLst>
                <a:path extrusionOk="0" h="138" w="139">
                  <a:moveTo>
                    <a:pt x="57" y="82"/>
                  </a:moveTo>
                  <a:cubicBezTo>
                    <a:pt x="81" y="107"/>
                    <a:pt x="109" y="125"/>
                    <a:pt x="139" y="138"/>
                  </a:cubicBezTo>
                  <a:cubicBezTo>
                    <a:pt x="0" y="0"/>
                    <a:pt x="0" y="0"/>
                    <a:pt x="0" y="0"/>
                  </a:cubicBezTo>
                  <a:cubicBezTo>
                    <a:pt x="13" y="30"/>
                    <a:pt x="32" y="58"/>
                    <a:pt x="57"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66" name="Shape 666"/>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667" name="Shape 667"/>
        <p:cNvGrpSpPr/>
        <p:nvPr/>
      </p:nvGrpSpPr>
      <p:grpSpPr>
        <a:xfrm>
          <a:off x="0" y="0"/>
          <a:ext cx="0" cy="0"/>
          <a:chOff x="0" y="0"/>
          <a:chExt cx="0" cy="0"/>
        </a:xfrm>
      </p:grpSpPr>
      <p:sp>
        <p:nvSpPr>
          <p:cNvPr id="668" name="Google Shape;668;p31"/>
          <p:cNvSpPr txBox="1"/>
          <p:nvPr>
            <p:ph type="title"/>
          </p:nvPr>
        </p:nvSpPr>
        <p:spPr>
          <a:xfrm>
            <a:off x="716700" y="511025"/>
            <a:ext cx="77106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solidFill>
                  <a:schemeClr val="lt1"/>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Sora ExtraBold"/>
              <a:buNone/>
              <a:defRPr sz="2600">
                <a:solidFill>
                  <a:schemeClr val="dk1"/>
                </a:solidFill>
                <a:latin typeface="Sora ExtraBold"/>
                <a:ea typeface="Sora ExtraBold"/>
                <a:cs typeface="Sora ExtraBold"/>
                <a:sym typeface="Sora ExtraBold"/>
              </a:defRPr>
            </a:lvl1pPr>
            <a:lvl2pPr lvl="1"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accent1"/>
              </a:buClr>
              <a:buSzPts val="1200"/>
              <a:buFont typeface="Assistant"/>
              <a:buChar char="●"/>
              <a:defRPr sz="1200">
                <a:solidFill>
                  <a:schemeClr val="dk1"/>
                </a:solidFill>
                <a:latin typeface="Assistant"/>
                <a:ea typeface="Assistant"/>
                <a:cs typeface="Assistant"/>
                <a:sym typeface="Assistant"/>
              </a:defRPr>
            </a:lvl1pPr>
            <a:lvl2pPr indent="-304800" lvl="1" marL="914400">
              <a:lnSpc>
                <a:spcPct val="100000"/>
              </a:lnSpc>
              <a:spcBef>
                <a:spcPts val="160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2pPr>
            <a:lvl3pPr indent="-304800" lvl="2" marL="1371600">
              <a:lnSpc>
                <a:spcPct val="100000"/>
              </a:lnSpc>
              <a:spcBef>
                <a:spcPts val="160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3pPr>
            <a:lvl4pPr indent="-304800" lvl="3" marL="1828800">
              <a:lnSpc>
                <a:spcPct val="100000"/>
              </a:lnSpc>
              <a:spcBef>
                <a:spcPts val="160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4pPr>
            <a:lvl5pPr indent="-304800" lvl="4" marL="2286000">
              <a:lnSpc>
                <a:spcPct val="100000"/>
              </a:lnSpc>
              <a:spcBef>
                <a:spcPts val="160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5pPr>
            <a:lvl6pPr indent="-304800" lvl="5" marL="2743200">
              <a:lnSpc>
                <a:spcPct val="100000"/>
              </a:lnSpc>
              <a:spcBef>
                <a:spcPts val="160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6pPr>
            <a:lvl7pPr indent="-304800" lvl="6" marL="3200400">
              <a:lnSpc>
                <a:spcPct val="100000"/>
              </a:lnSpc>
              <a:spcBef>
                <a:spcPts val="160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7pPr>
            <a:lvl8pPr indent="-304800" lvl="7" marL="3657600">
              <a:lnSpc>
                <a:spcPct val="100000"/>
              </a:lnSpc>
              <a:spcBef>
                <a:spcPts val="160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8pPr>
            <a:lvl9pPr indent="-304800" lvl="8" marL="4114800">
              <a:lnSpc>
                <a:spcPct val="100000"/>
              </a:lnSpc>
              <a:spcBef>
                <a:spcPts val="1600"/>
              </a:spcBef>
              <a:spcAft>
                <a:spcPts val="1600"/>
              </a:spcAft>
              <a:buClr>
                <a:schemeClr val="dk1"/>
              </a:buClr>
              <a:buSzPts val="1200"/>
              <a:buFont typeface="Assistant"/>
              <a:buChar char="■"/>
              <a:defRPr sz="1200">
                <a:solidFill>
                  <a:schemeClr val="dk1"/>
                </a:solidFill>
                <a:latin typeface="Assistant"/>
                <a:ea typeface="Assistant"/>
                <a:cs typeface="Assistant"/>
                <a:sym typeface="Assistan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663" name="Shape 663"/>
        <p:cNvGrpSpPr/>
        <p:nvPr/>
      </p:nvGrpSpPr>
      <p:grpSpPr>
        <a:xfrm>
          <a:off x="0" y="0"/>
          <a:ext cx="0" cy="0"/>
          <a:chOff x="0" y="0"/>
          <a:chExt cx="0" cy="0"/>
        </a:xfrm>
      </p:grpSpPr>
      <p:sp>
        <p:nvSpPr>
          <p:cNvPr id="664" name="Google Shape;664;p29"/>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665" name="Google Shape;665;p29"/>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32"/>
          <p:cNvSpPr/>
          <p:nvPr/>
        </p:nvSpPr>
        <p:spPr>
          <a:xfrm>
            <a:off x="726950" y="3305125"/>
            <a:ext cx="3081900" cy="1756500"/>
          </a:xfrm>
          <a:prstGeom prst="rect">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accent1"/>
              </a:highlight>
              <a:latin typeface="Assistant"/>
              <a:ea typeface="Assistant"/>
              <a:cs typeface="Assistant"/>
              <a:sym typeface="Assistant"/>
            </a:endParaRPr>
          </a:p>
        </p:txBody>
      </p:sp>
      <p:sp>
        <p:nvSpPr>
          <p:cNvPr id="674" name="Google Shape;674;p32"/>
          <p:cNvSpPr txBox="1"/>
          <p:nvPr>
            <p:ph type="ctrTitle"/>
          </p:nvPr>
        </p:nvSpPr>
        <p:spPr>
          <a:xfrm>
            <a:off x="713225" y="922400"/>
            <a:ext cx="6316200" cy="248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Retirement Investment Project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75" name="Google Shape;675;p32"/>
          <p:cNvSpPr txBox="1"/>
          <p:nvPr>
            <p:ph idx="1" type="subTitle"/>
          </p:nvPr>
        </p:nvSpPr>
        <p:spPr>
          <a:xfrm>
            <a:off x="797375" y="2621300"/>
            <a:ext cx="5012400" cy="41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t>CIT3002 - Analysis of Algorithms </a:t>
            </a:r>
            <a:endParaRPr sz="2200"/>
          </a:p>
        </p:txBody>
      </p:sp>
      <p:sp>
        <p:nvSpPr>
          <p:cNvPr id="676" name="Google Shape;676;p32"/>
          <p:cNvSpPr/>
          <p:nvPr/>
        </p:nvSpPr>
        <p:spPr>
          <a:xfrm>
            <a:off x="4619902" y="5917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77" name="Google Shape;677;p32"/>
          <p:cNvSpPr/>
          <p:nvPr/>
        </p:nvSpPr>
        <p:spPr>
          <a:xfrm>
            <a:off x="6114650" y="3766892"/>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78" name="Google Shape;678;p32"/>
          <p:cNvGrpSpPr/>
          <p:nvPr/>
        </p:nvGrpSpPr>
        <p:grpSpPr>
          <a:xfrm>
            <a:off x="6942019" y="850425"/>
            <a:ext cx="1851925" cy="994422"/>
            <a:chOff x="1673821" y="2798659"/>
            <a:chExt cx="1896492" cy="1018353"/>
          </a:xfrm>
        </p:grpSpPr>
        <p:sp>
          <p:nvSpPr>
            <p:cNvPr id="679" name="Google Shape;679;p32"/>
            <p:cNvSpPr/>
            <p:nvPr/>
          </p:nvSpPr>
          <p:spPr>
            <a:xfrm>
              <a:off x="3432214" y="2798659"/>
              <a:ext cx="138099" cy="134937"/>
            </a:xfrm>
            <a:custGeom>
              <a:rect b="b" l="l" r="r" t="t"/>
              <a:pathLst>
                <a:path extrusionOk="0" h="38" w="39">
                  <a:moveTo>
                    <a:pt x="39" y="13"/>
                  </a:moveTo>
                  <a:cubicBezTo>
                    <a:pt x="26" y="0"/>
                    <a:pt x="26" y="0"/>
                    <a:pt x="26" y="0"/>
                  </a:cubicBezTo>
                  <a:cubicBezTo>
                    <a:pt x="0" y="0"/>
                    <a:pt x="0" y="0"/>
                    <a:pt x="0" y="0"/>
                  </a:cubicBezTo>
                  <a:cubicBezTo>
                    <a:pt x="38" y="38"/>
                    <a:pt x="38" y="38"/>
                    <a:pt x="38" y="38"/>
                  </a:cubicBezTo>
                  <a:cubicBezTo>
                    <a:pt x="39" y="30"/>
                    <a:pt x="39" y="21"/>
                    <a:pt x="3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0" name="Google Shape;680;p32"/>
            <p:cNvSpPr/>
            <p:nvPr/>
          </p:nvSpPr>
          <p:spPr>
            <a:xfrm>
              <a:off x="3247730" y="2798659"/>
              <a:ext cx="312041" cy="294121"/>
            </a:xfrm>
            <a:custGeom>
              <a:rect b="b" l="l" r="r" t="t"/>
              <a:pathLst>
                <a:path extrusionOk="0" h="83" w="88">
                  <a:moveTo>
                    <a:pt x="0" y="0"/>
                  </a:moveTo>
                  <a:cubicBezTo>
                    <a:pt x="83" y="83"/>
                    <a:pt x="83" y="83"/>
                    <a:pt x="83" y="83"/>
                  </a:cubicBezTo>
                  <a:cubicBezTo>
                    <a:pt x="85" y="76"/>
                    <a:pt x="86" y="69"/>
                    <a:pt x="88" y="6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1" name="Google Shape;681;p32"/>
            <p:cNvSpPr/>
            <p:nvPr/>
          </p:nvSpPr>
          <p:spPr>
            <a:xfrm>
              <a:off x="3060084" y="2798659"/>
              <a:ext cx="460682" cy="436437"/>
            </a:xfrm>
            <a:custGeom>
              <a:rect b="b" l="l" r="r" t="t"/>
              <a:pathLst>
                <a:path extrusionOk="0" h="123" w="130">
                  <a:moveTo>
                    <a:pt x="0" y="0"/>
                  </a:moveTo>
                  <a:cubicBezTo>
                    <a:pt x="123" y="123"/>
                    <a:pt x="123" y="123"/>
                    <a:pt x="123" y="123"/>
                  </a:cubicBezTo>
                  <a:cubicBezTo>
                    <a:pt x="126" y="116"/>
                    <a:pt x="128" y="110"/>
                    <a:pt x="130" y="103"/>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2" name="Google Shape;682;p32"/>
            <p:cNvSpPr/>
            <p:nvPr/>
          </p:nvSpPr>
          <p:spPr>
            <a:xfrm>
              <a:off x="2875600" y="2798659"/>
              <a:ext cx="591402" cy="556615"/>
            </a:xfrm>
            <a:custGeom>
              <a:rect b="b" l="l" r="r" t="t"/>
              <a:pathLst>
                <a:path extrusionOk="0" h="157" w="167">
                  <a:moveTo>
                    <a:pt x="0" y="0"/>
                  </a:moveTo>
                  <a:cubicBezTo>
                    <a:pt x="158" y="157"/>
                    <a:pt x="158" y="157"/>
                    <a:pt x="158" y="157"/>
                  </a:cubicBezTo>
                  <a:cubicBezTo>
                    <a:pt x="161" y="152"/>
                    <a:pt x="164" y="146"/>
                    <a:pt x="167" y="140"/>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3" name="Google Shape;683;p32"/>
            <p:cNvSpPr/>
            <p:nvPr/>
          </p:nvSpPr>
          <p:spPr>
            <a:xfrm>
              <a:off x="2691116" y="2798659"/>
              <a:ext cx="705255" cy="667306"/>
            </a:xfrm>
            <a:custGeom>
              <a:rect b="b" l="l" r="r" t="t"/>
              <a:pathLst>
                <a:path extrusionOk="0" h="188" w="199">
                  <a:moveTo>
                    <a:pt x="0" y="0"/>
                  </a:moveTo>
                  <a:cubicBezTo>
                    <a:pt x="188" y="188"/>
                    <a:pt x="188" y="188"/>
                    <a:pt x="188" y="188"/>
                  </a:cubicBezTo>
                  <a:cubicBezTo>
                    <a:pt x="192" y="183"/>
                    <a:pt x="196" y="178"/>
                    <a:pt x="199" y="173"/>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4" name="Google Shape;684;p32"/>
            <p:cNvSpPr/>
            <p:nvPr/>
          </p:nvSpPr>
          <p:spPr>
            <a:xfrm>
              <a:off x="2506633" y="2798659"/>
              <a:ext cx="808566" cy="763238"/>
            </a:xfrm>
            <a:custGeom>
              <a:rect b="b" l="l" r="r" t="t"/>
              <a:pathLst>
                <a:path extrusionOk="0" h="215" w="228">
                  <a:moveTo>
                    <a:pt x="0" y="0"/>
                  </a:moveTo>
                  <a:cubicBezTo>
                    <a:pt x="215" y="215"/>
                    <a:pt x="215" y="215"/>
                    <a:pt x="215" y="215"/>
                  </a:cubicBezTo>
                  <a:cubicBezTo>
                    <a:pt x="217" y="213"/>
                    <a:pt x="219" y="210"/>
                    <a:pt x="222" y="208"/>
                  </a:cubicBezTo>
                  <a:cubicBezTo>
                    <a:pt x="224" y="206"/>
                    <a:pt x="226" y="204"/>
                    <a:pt x="228" y="201"/>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5" name="Google Shape;685;p32"/>
            <p:cNvSpPr/>
            <p:nvPr/>
          </p:nvSpPr>
          <p:spPr>
            <a:xfrm>
              <a:off x="2322149" y="2798659"/>
              <a:ext cx="897118" cy="844412"/>
            </a:xfrm>
            <a:custGeom>
              <a:rect b="b" l="l" r="r" t="t"/>
              <a:pathLst>
                <a:path extrusionOk="0" h="238" w="253">
                  <a:moveTo>
                    <a:pt x="0" y="0"/>
                  </a:moveTo>
                  <a:cubicBezTo>
                    <a:pt x="238" y="238"/>
                    <a:pt x="238" y="238"/>
                    <a:pt x="238" y="238"/>
                  </a:cubicBezTo>
                  <a:cubicBezTo>
                    <a:pt x="243" y="234"/>
                    <a:pt x="248" y="231"/>
                    <a:pt x="253" y="227"/>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6" name="Google Shape;686;p32"/>
            <p:cNvSpPr/>
            <p:nvPr/>
          </p:nvSpPr>
          <p:spPr>
            <a:xfrm>
              <a:off x="2137666" y="2798659"/>
              <a:ext cx="975128" cy="916097"/>
            </a:xfrm>
            <a:custGeom>
              <a:rect b="b" l="l" r="r" t="t"/>
              <a:pathLst>
                <a:path extrusionOk="0" h="258" w="275">
                  <a:moveTo>
                    <a:pt x="0" y="0"/>
                  </a:moveTo>
                  <a:cubicBezTo>
                    <a:pt x="258" y="258"/>
                    <a:pt x="258" y="258"/>
                    <a:pt x="258" y="258"/>
                  </a:cubicBezTo>
                  <a:cubicBezTo>
                    <a:pt x="263" y="255"/>
                    <a:pt x="269" y="252"/>
                    <a:pt x="275" y="248"/>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7" name="Google Shape;687;p32"/>
            <p:cNvSpPr/>
            <p:nvPr/>
          </p:nvSpPr>
          <p:spPr>
            <a:xfrm>
              <a:off x="1953182" y="2798659"/>
              <a:ext cx="1035217" cy="968806"/>
            </a:xfrm>
            <a:custGeom>
              <a:rect b="b" l="l" r="r" t="t"/>
              <a:pathLst>
                <a:path extrusionOk="0" h="273" w="292">
                  <a:moveTo>
                    <a:pt x="0" y="0"/>
                  </a:moveTo>
                  <a:cubicBezTo>
                    <a:pt x="273" y="273"/>
                    <a:pt x="273" y="273"/>
                    <a:pt x="273" y="273"/>
                  </a:cubicBezTo>
                  <a:cubicBezTo>
                    <a:pt x="279" y="271"/>
                    <a:pt x="286" y="268"/>
                    <a:pt x="292" y="266"/>
                  </a:cubicBezTo>
                  <a:cubicBezTo>
                    <a:pt x="26" y="0"/>
                    <a:pt x="26" y="0"/>
                    <a:pt x="26"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8" name="Google Shape;688;p32"/>
            <p:cNvSpPr/>
            <p:nvPr/>
          </p:nvSpPr>
          <p:spPr>
            <a:xfrm>
              <a:off x="1765536" y="2798659"/>
              <a:ext cx="1084764" cy="1004649"/>
            </a:xfrm>
            <a:custGeom>
              <a:rect b="b" l="l" r="r" t="t"/>
              <a:pathLst>
                <a:path extrusionOk="0" h="283" w="306">
                  <a:moveTo>
                    <a:pt x="0" y="0"/>
                  </a:moveTo>
                  <a:cubicBezTo>
                    <a:pt x="284" y="283"/>
                    <a:pt x="284" y="283"/>
                    <a:pt x="284" y="283"/>
                  </a:cubicBezTo>
                  <a:cubicBezTo>
                    <a:pt x="291" y="282"/>
                    <a:pt x="299" y="281"/>
                    <a:pt x="306" y="279"/>
                  </a:cubicBezTo>
                  <a:cubicBezTo>
                    <a:pt x="27" y="0"/>
                    <a:pt x="27" y="0"/>
                    <a:pt x="27" y="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89" name="Google Shape;689;p32"/>
            <p:cNvSpPr/>
            <p:nvPr/>
          </p:nvSpPr>
          <p:spPr>
            <a:xfrm>
              <a:off x="1673821" y="2798659"/>
              <a:ext cx="1017295" cy="1018353"/>
            </a:xfrm>
            <a:custGeom>
              <a:rect b="b" l="l" r="r" t="t"/>
              <a:pathLst>
                <a:path extrusionOk="0" h="287" w="287">
                  <a:moveTo>
                    <a:pt x="0" y="26"/>
                  </a:moveTo>
                  <a:cubicBezTo>
                    <a:pt x="261" y="286"/>
                    <a:pt x="261" y="286"/>
                    <a:pt x="261" y="286"/>
                  </a:cubicBezTo>
                  <a:cubicBezTo>
                    <a:pt x="270" y="287"/>
                    <a:pt x="278" y="286"/>
                    <a:pt x="287" y="286"/>
                  </a:cubicBezTo>
                  <a:cubicBezTo>
                    <a:pt x="1" y="0"/>
                    <a:pt x="1" y="0"/>
                    <a:pt x="1" y="0"/>
                  </a:cubicBezTo>
                  <a:cubicBezTo>
                    <a:pt x="0" y="9"/>
                    <a:pt x="0" y="17"/>
                    <a:pt x="0"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90" name="Google Shape;690;p32"/>
            <p:cNvSpPr/>
            <p:nvPr/>
          </p:nvSpPr>
          <p:spPr>
            <a:xfrm>
              <a:off x="1684363" y="2990523"/>
              <a:ext cx="814891" cy="815948"/>
            </a:xfrm>
            <a:custGeom>
              <a:rect b="b" l="l" r="r" t="t"/>
              <a:pathLst>
                <a:path extrusionOk="0" h="230" w="230">
                  <a:moveTo>
                    <a:pt x="6" y="32"/>
                  </a:moveTo>
                  <a:cubicBezTo>
                    <a:pt x="197" y="224"/>
                    <a:pt x="197" y="224"/>
                    <a:pt x="197" y="224"/>
                  </a:cubicBezTo>
                  <a:cubicBezTo>
                    <a:pt x="208" y="227"/>
                    <a:pt x="219" y="229"/>
                    <a:pt x="230" y="230"/>
                  </a:cubicBezTo>
                  <a:cubicBezTo>
                    <a:pt x="0" y="0"/>
                    <a:pt x="0" y="0"/>
                    <a:pt x="0" y="0"/>
                  </a:cubicBezTo>
                  <a:cubicBezTo>
                    <a:pt x="1" y="11"/>
                    <a:pt x="3" y="22"/>
                    <a:pt x="6" y="3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691" name="Google Shape;691;p32"/>
            <p:cNvSpPr/>
            <p:nvPr/>
          </p:nvSpPr>
          <p:spPr>
            <a:xfrm>
              <a:off x="1751832" y="3245638"/>
              <a:ext cx="492308" cy="490202"/>
            </a:xfrm>
            <a:custGeom>
              <a:rect b="b" l="l" r="r" t="t"/>
              <a:pathLst>
                <a:path extrusionOk="0" h="138" w="139">
                  <a:moveTo>
                    <a:pt x="57" y="82"/>
                  </a:moveTo>
                  <a:cubicBezTo>
                    <a:pt x="81" y="107"/>
                    <a:pt x="109" y="125"/>
                    <a:pt x="139" y="138"/>
                  </a:cubicBezTo>
                  <a:cubicBezTo>
                    <a:pt x="0" y="0"/>
                    <a:pt x="0" y="0"/>
                    <a:pt x="0" y="0"/>
                  </a:cubicBezTo>
                  <a:cubicBezTo>
                    <a:pt x="13" y="30"/>
                    <a:pt x="32" y="58"/>
                    <a:pt x="57"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grpSp>
        <p:nvGrpSpPr>
          <p:cNvPr id="692" name="Google Shape;692;p32"/>
          <p:cNvGrpSpPr/>
          <p:nvPr/>
        </p:nvGrpSpPr>
        <p:grpSpPr>
          <a:xfrm>
            <a:off x="6672824" y="659415"/>
            <a:ext cx="1884167" cy="3214615"/>
            <a:chOff x="6546599" y="964440"/>
            <a:chExt cx="1884167" cy="3214615"/>
          </a:xfrm>
        </p:grpSpPr>
        <p:sp>
          <p:nvSpPr>
            <p:cNvPr id="693" name="Google Shape;693;p32"/>
            <p:cNvSpPr/>
            <p:nvPr/>
          </p:nvSpPr>
          <p:spPr>
            <a:xfrm>
              <a:off x="6547158" y="964440"/>
              <a:ext cx="1883608" cy="3214615"/>
            </a:xfrm>
            <a:custGeom>
              <a:rect b="b" l="l" r="r" t="t"/>
              <a:pathLst>
                <a:path extrusionOk="0" h="45997" w="26952">
                  <a:moveTo>
                    <a:pt x="22464" y="0"/>
                  </a:moveTo>
                  <a:lnTo>
                    <a:pt x="19850" y="42607"/>
                  </a:lnTo>
                  <a:lnTo>
                    <a:pt x="90" y="42884"/>
                  </a:lnTo>
                  <a:cubicBezTo>
                    <a:pt x="90" y="42884"/>
                    <a:pt x="1" y="45997"/>
                    <a:pt x="3150" y="45997"/>
                  </a:cubicBezTo>
                  <a:lnTo>
                    <a:pt x="20359" y="45997"/>
                  </a:lnTo>
                  <a:cubicBezTo>
                    <a:pt x="21447" y="45997"/>
                    <a:pt x="22464" y="45408"/>
                    <a:pt x="22955" y="44427"/>
                  </a:cubicBezTo>
                  <a:cubicBezTo>
                    <a:pt x="23187" y="43963"/>
                    <a:pt x="23374" y="43347"/>
                    <a:pt x="23437" y="42562"/>
                  </a:cubicBezTo>
                  <a:lnTo>
                    <a:pt x="26639" y="4345"/>
                  </a:lnTo>
                  <a:cubicBezTo>
                    <a:pt x="26951" y="54"/>
                    <a:pt x="25033" y="54"/>
                    <a:pt x="22464" y="0"/>
                  </a:cubicBezTo>
                  <a:close/>
                </a:path>
              </a:pathLst>
            </a:custGeom>
            <a:solidFill>
              <a:srgbClr val="1A26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2"/>
            <p:cNvSpPr/>
            <p:nvPr/>
          </p:nvSpPr>
          <p:spPr>
            <a:xfrm>
              <a:off x="6546599" y="964440"/>
              <a:ext cx="1747607" cy="3112999"/>
            </a:xfrm>
            <a:custGeom>
              <a:rect b="b" l="l" r="r" t="t"/>
              <a:pathLst>
                <a:path extrusionOk="0" h="44543" w="25006">
                  <a:moveTo>
                    <a:pt x="5522" y="0"/>
                  </a:moveTo>
                  <a:cubicBezTo>
                    <a:pt x="4621" y="0"/>
                    <a:pt x="3809" y="928"/>
                    <a:pt x="3711" y="2070"/>
                  </a:cubicBezTo>
                  <a:lnTo>
                    <a:pt x="98" y="42464"/>
                  </a:lnTo>
                  <a:cubicBezTo>
                    <a:pt x="0" y="43615"/>
                    <a:pt x="642" y="44543"/>
                    <a:pt x="1543" y="44543"/>
                  </a:cubicBezTo>
                  <a:lnTo>
                    <a:pt x="18761" y="44543"/>
                  </a:lnTo>
                  <a:cubicBezTo>
                    <a:pt x="20251" y="44543"/>
                    <a:pt x="21491" y="43383"/>
                    <a:pt x="21589" y="41893"/>
                  </a:cubicBezTo>
                  <a:lnTo>
                    <a:pt x="24934" y="2605"/>
                  </a:lnTo>
                  <a:cubicBezTo>
                    <a:pt x="25006" y="1963"/>
                    <a:pt x="24881" y="1303"/>
                    <a:pt x="24515" y="785"/>
                  </a:cubicBezTo>
                  <a:cubicBezTo>
                    <a:pt x="24176" y="286"/>
                    <a:pt x="23614" y="0"/>
                    <a:pt x="23007" y="0"/>
                  </a:cubicBezTo>
                  <a:close/>
                </a:path>
              </a:pathLst>
            </a:custGeom>
            <a:gradFill>
              <a:gsLst>
                <a:gs pos="0">
                  <a:srgbClr val="83A8ED"/>
                </a:gs>
                <a:gs pos="100000">
                  <a:srgbClr val="4661BC"/>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2"/>
            <p:cNvSpPr/>
            <p:nvPr/>
          </p:nvSpPr>
          <p:spPr>
            <a:xfrm>
              <a:off x="6785052" y="1672995"/>
              <a:ext cx="1362946" cy="902807"/>
            </a:xfrm>
            <a:custGeom>
              <a:rect b="b" l="l" r="r" t="t"/>
              <a:pathLst>
                <a:path extrusionOk="0" h="12918" w="19502">
                  <a:moveTo>
                    <a:pt x="1910" y="0"/>
                  </a:moveTo>
                  <a:cubicBezTo>
                    <a:pt x="1597" y="0"/>
                    <a:pt x="1330" y="250"/>
                    <a:pt x="1303" y="562"/>
                  </a:cubicBezTo>
                  <a:lnTo>
                    <a:pt x="27" y="12383"/>
                  </a:lnTo>
                  <a:cubicBezTo>
                    <a:pt x="0" y="12677"/>
                    <a:pt x="232" y="12918"/>
                    <a:pt x="527" y="12918"/>
                  </a:cubicBezTo>
                  <a:lnTo>
                    <a:pt x="17593" y="12918"/>
                  </a:lnTo>
                  <a:cubicBezTo>
                    <a:pt x="17905" y="12918"/>
                    <a:pt x="18173" y="12668"/>
                    <a:pt x="18199" y="12365"/>
                  </a:cubicBezTo>
                  <a:lnTo>
                    <a:pt x="19475" y="536"/>
                  </a:lnTo>
                  <a:cubicBezTo>
                    <a:pt x="19502" y="241"/>
                    <a:pt x="19279" y="0"/>
                    <a:pt x="18976" y="0"/>
                  </a:cubicBezTo>
                  <a:close/>
                </a:path>
              </a:pathLst>
            </a:custGeom>
            <a:solidFill>
              <a:srgbClr val="4661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2"/>
            <p:cNvSpPr/>
            <p:nvPr/>
          </p:nvSpPr>
          <p:spPr>
            <a:xfrm>
              <a:off x="7097103" y="3886576"/>
              <a:ext cx="385779" cy="44379"/>
            </a:xfrm>
            <a:custGeom>
              <a:rect b="b" l="l" r="r" t="t"/>
              <a:pathLst>
                <a:path extrusionOk="0" h="635" w="5520">
                  <a:moveTo>
                    <a:pt x="5112" y="1"/>
                  </a:moveTo>
                  <a:cubicBezTo>
                    <a:pt x="5109" y="1"/>
                    <a:pt x="5106" y="1"/>
                    <a:pt x="5103" y="1"/>
                  </a:cubicBezTo>
                  <a:lnTo>
                    <a:pt x="321" y="1"/>
                  </a:lnTo>
                  <a:cubicBezTo>
                    <a:pt x="143" y="1"/>
                    <a:pt x="0" y="144"/>
                    <a:pt x="0" y="313"/>
                  </a:cubicBezTo>
                  <a:cubicBezTo>
                    <a:pt x="0" y="492"/>
                    <a:pt x="143" y="634"/>
                    <a:pt x="321" y="634"/>
                  </a:cubicBezTo>
                  <a:lnTo>
                    <a:pt x="5103" y="634"/>
                  </a:lnTo>
                  <a:cubicBezTo>
                    <a:pt x="5106" y="634"/>
                    <a:pt x="5109" y="635"/>
                    <a:pt x="5112" y="635"/>
                  </a:cubicBezTo>
                  <a:cubicBezTo>
                    <a:pt x="5520" y="635"/>
                    <a:pt x="5520" y="1"/>
                    <a:pt x="5112" y="1"/>
                  </a:cubicBezTo>
                  <a:close/>
                </a:path>
              </a:pathLst>
            </a:custGeom>
            <a:solidFill>
              <a:srgbClr val="1A26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2"/>
            <p:cNvSpPr/>
            <p:nvPr/>
          </p:nvSpPr>
          <p:spPr>
            <a:xfrm>
              <a:off x="7923313" y="1284315"/>
              <a:ext cx="108605" cy="99729"/>
            </a:xfrm>
            <a:custGeom>
              <a:rect b="b" l="l" r="r" t="t"/>
              <a:pathLst>
                <a:path extrusionOk="0" h="1427" w="1554">
                  <a:moveTo>
                    <a:pt x="866" y="0"/>
                  </a:moveTo>
                  <a:cubicBezTo>
                    <a:pt x="484" y="0"/>
                    <a:pt x="71" y="254"/>
                    <a:pt x="43" y="713"/>
                  </a:cubicBezTo>
                  <a:cubicBezTo>
                    <a:pt x="0" y="1202"/>
                    <a:pt x="330" y="1427"/>
                    <a:pt x="688" y="1427"/>
                  </a:cubicBezTo>
                  <a:cubicBezTo>
                    <a:pt x="1068" y="1427"/>
                    <a:pt x="1479" y="1173"/>
                    <a:pt x="1506" y="713"/>
                  </a:cubicBezTo>
                  <a:cubicBezTo>
                    <a:pt x="1554" y="225"/>
                    <a:pt x="1224" y="0"/>
                    <a:pt x="866" y="0"/>
                  </a:cubicBezTo>
                  <a:close/>
                </a:path>
              </a:pathLst>
            </a:custGeom>
            <a:solidFill>
              <a:srgbClr val="1A26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2"/>
            <p:cNvSpPr/>
            <p:nvPr/>
          </p:nvSpPr>
          <p:spPr>
            <a:xfrm>
              <a:off x="7932887" y="1341623"/>
              <a:ext cx="88757" cy="32568"/>
            </a:xfrm>
            <a:custGeom>
              <a:rect b="b" l="l" r="r" t="t"/>
              <a:pathLst>
                <a:path extrusionOk="0" h="466" w="1270">
                  <a:moveTo>
                    <a:pt x="433" y="1"/>
                  </a:moveTo>
                  <a:lnTo>
                    <a:pt x="433" y="1"/>
                  </a:lnTo>
                  <a:cubicBezTo>
                    <a:pt x="1" y="78"/>
                    <a:pt x="213" y="466"/>
                    <a:pt x="551" y="466"/>
                  </a:cubicBezTo>
                  <a:cubicBezTo>
                    <a:pt x="562" y="466"/>
                    <a:pt x="573" y="465"/>
                    <a:pt x="584" y="464"/>
                  </a:cubicBezTo>
                  <a:cubicBezTo>
                    <a:pt x="591" y="465"/>
                    <a:pt x="598" y="465"/>
                    <a:pt x="605" y="465"/>
                  </a:cubicBezTo>
                  <a:cubicBezTo>
                    <a:pt x="865" y="465"/>
                    <a:pt x="1269" y="148"/>
                    <a:pt x="861" y="9"/>
                  </a:cubicBezTo>
                  <a:lnTo>
                    <a:pt x="861" y="9"/>
                  </a:lnTo>
                  <a:cubicBezTo>
                    <a:pt x="770" y="25"/>
                    <a:pt x="685" y="58"/>
                    <a:pt x="601" y="58"/>
                  </a:cubicBezTo>
                  <a:cubicBezTo>
                    <a:pt x="545" y="58"/>
                    <a:pt x="490" y="43"/>
                    <a:pt x="4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2"/>
            <p:cNvSpPr/>
            <p:nvPr/>
          </p:nvSpPr>
          <p:spPr>
            <a:xfrm>
              <a:off x="7954972" y="1303674"/>
              <a:ext cx="49201" cy="36761"/>
            </a:xfrm>
            <a:custGeom>
              <a:rect b="b" l="l" r="r" t="t"/>
              <a:pathLst>
                <a:path extrusionOk="0" h="526" w="704">
                  <a:moveTo>
                    <a:pt x="375" y="0"/>
                  </a:moveTo>
                  <a:cubicBezTo>
                    <a:pt x="318" y="0"/>
                    <a:pt x="252" y="24"/>
                    <a:pt x="179" y="80"/>
                  </a:cubicBezTo>
                  <a:cubicBezTo>
                    <a:pt x="1" y="240"/>
                    <a:pt x="90" y="526"/>
                    <a:pt x="313" y="526"/>
                  </a:cubicBezTo>
                  <a:cubicBezTo>
                    <a:pt x="703" y="518"/>
                    <a:pt x="644" y="0"/>
                    <a:pt x="3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2"/>
            <p:cNvSpPr/>
            <p:nvPr/>
          </p:nvSpPr>
          <p:spPr>
            <a:xfrm>
              <a:off x="8092161" y="1285713"/>
              <a:ext cx="77365" cy="78414"/>
            </a:xfrm>
            <a:custGeom>
              <a:rect b="b" l="l" r="r" t="t"/>
              <a:pathLst>
                <a:path extrusionOk="0" h="1122" w="1107">
                  <a:moveTo>
                    <a:pt x="680" y="1"/>
                  </a:moveTo>
                  <a:cubicBezTo>
                    <a:pt x="631" y="1"/>
                    <a:pt x="575" y="46"/>
                    <a:pt x="643" y="131"/>
                  </a:cubicBezTo>
                  <a:cubicBezTo>
                    <a:pt x="241" y="149"/>
                    <a:pt x="241" y="560"/>
                    <a:pt x="179" y="854"/>
                  </a:cubicBezTo>
                  <a:cubicBezTo>
                    <a:pt x="125" y="952"/>
                    <a:pt x="0" y="1015"/>
                    <a:pt x="9" y="1122"/>
                  </a:cubicBezTo>
                  <a:lnTo>
                    <a:pt x="1080" y="1122"/>
                  </a:lnTo>
                  <a:cubicBezTo>
                    <a:pt x="1106" y="979"/>
                    <a:pt x="937" y="916"/>
                    <a:pt x="964" y="774"/>
                  </a:cubicBezTo>
                  <a:lnTo>
                    <a:pt x="964" y="774"/>
                  </a:lnTo>
                  <a:cubicBezTo>
                    <a:pt x="950" y="776"/>
                    <a:pt x="936" y="777"/>
                    <a:pt x="923" y="777"/>
                  </a:cubicBezTo>
                  <a:cubicBezTo>
                    <a:pt x="745" y="777"/>
                    <a:pt x="600" y="617"/>
                    <a:pt x="625" y="426"/>
                  </a:cubicBezTo>
                  <a:cubicBezTo>
                    <a:pt x="643" y="319"/>
                    <a:pt x="705" y="221"/>
                    <a:pt x="794" y="158"/>
                  </a:cubicBezTo>
                  <a:cubicBezTo>
                    <a:pt x="767" y="140"/>
                    <a:pt x="732" y="131"/>
                    <a:pt x="687" y="131"/>
                  </a:cubicBezTo>
                  <a:cubicBezTo>
                    <a:pt x="771" y="43"/>
                    <a:pt x="728" y="1"/>
                    <a:pt x="680" y="1"/>
                  </a:cubicBezTo>
                  <a:close/>
                </a:path>
              </a:pathLst>
            </a:custGeom>
            <a:solidFill>
              <a:srgbClr val="1A26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2"/>
            <p:cNvSpPr/>
            <p:nvPr/>
          </p:nvSpPr>
          <p:spPr>
            <a:xfrm>
              <a:off x="8113686" y="1369089"/>
              <a:ext cx="30261" cy="14047"/>
            </a:xfrm>
            <a:custGeom>
              <a:rect b="b" l="l" r="r" t="t"/>
              <a:pathLst>
                <a:path extrusionOk="0" h="201" w="433">
                  <a:moveTo>
                    <a:pt x="13" y="0"/>
                  </a:moveTo>
                  <a:cubicBezTo>
                    <a:pt x="0" y="134"/>
                    <a:pt x="98" y="201"/>
                    <a:pt x="203" y="201"/>
                  </a:cubicBezTo>
                  <a:cubicBezTo>
                    <a:pt x="308" y="201"/>
                    <a:pt x="419" y="134"/>
                    <a:pt x="433" y="0"/>
                  </a:cubicBezTo>
                  <a:close/>
                </a:path>
              </a:pathLst>
            </a:custGeom>
            <a:solidFill>
              <a:srgbClr val="1A26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2"/>
            <p:cNvSpPr/>
            <p:nvPr/>
          </p:nvSpPr>
          <p:spPr>
            <a:xfrm>
              <a:off x="8144577" y="1299131"/>
              <a:ext cx="34245" cy="30960"/>
            </a:xfrm>
            <a:custGeom>
              <a:rect b="b" l="l" r="r" t="t"/>
              <a:pathLst>
                <a:path extrusionOk="0" h="443" w="490">
                  <a:moveTo>
                    <a:pt x="278" y="0"/>
                  </a:moveTo>
                  <a:cubicBezTo>
                    <a:pt x="158" y="0"/>
                    <a:pt x="27" y="82"/>
                    <a:pt x="17" y="225"/>
                  </a:cubicBezTo>
                  <a:cubicBezTo>
                    <a:pt x="0" y="375"/>
                    <a:pt x="101" y="443"/>
                    <a:pt x="212" y="443"/>
                  </a:cubicBezTo>
                  <a:cubicBezTo>
                    <a:pt x="331" y="443"/>
                    <a:pt x="463" y="364"/>
                    <a:pt x="472" y="225"/>
                  </a:cubicBezTo>
                  <a:cubicBezTo>
                    <a:pt x="490" y="70"/>
                    <a:pt x="389" y="0"/>
                    <a:pt x="2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2"/>
            <p:cNvSpPr/>
            <p:nvPr/>
          </p:nvSpPr>
          <p:spPr>
            <a:xfrm>
              <a:off x="6880731" y="1366573"/>
              <a:ext cx="121045" cy="70"/>
            </a:xfrm>
            <a:custGeom>
              <a:rect b="b" l="l" r="r" t="t"/>
              <a:pathLst>
                <a:path extrusionOk="0" fill="none" h="1" w="1732">
                  <a:moveTo>
                    <a:pt x="1" y="0"/>
                  </a:moveTo>
                  <a:lnTo>
                    <a:pt x="1731" y="0"/>
                  </a:lnTo>
                </a:path>
              </a:pathLst>
            </a:custGeom>
            <a:noFill/>
            <a:ln cap="flat" cmpd="sng" w="11375">
              <a:solidFill>
                <a:srgbClr val="1A2644"/>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2"/>
            <p:cNvSpPr/>
            <p:nvPr/>
          </p:nvSpPr>
          <p:spPr>
            <a:xfrm>
              <a:off x="6884505" y="1334774"/>
              <a:ext cx="120346" cy="70"/>
            </a:xfrm>
            <a:custGeom>
              <a:rect b="b" l="l" r="r" t="t"/>
              <a:pathLst>
                <a:path extrusionOk="0" fill="none" h="1" w="1722">
                  <a:moveTo>
                    <a:pt x="0" y="0"/>
                  </a:moveTo>
                  <a:lnTo>
                    <a:pt x="1722" y="0"/>
                  </a:lnTo>
                </a:path>
              </a:pathLst>
            </a:custGeom>
            <a:noFill/>
            <a:ln cap="flat" cmpd="sng" w="11375">
              <a:solidFill>
                <a:srgbClr val="1A2644"/>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2"/>
            <p:cNvSpPr/>
            <p:nvPr/>
          </p:nvSpPr>
          <p:spPr>
            <a:xfrm>
              <a:off x="6888209" y="1303604"/>
              <a:ext cx="120416" cy="70"/>
            </a:xfrm>
            <a:custGeom>
              <a:rect b="b" l="l" r="r" t="t"/>
              <a:pathLst>
                <a:path extrusionOk="0" fill="none" h="1" w="1723">
                  <a:moveTo>
                    <a:pt x="1" y="0"/>
                  </a:moveTo>
                  <a:lnTo>
                    <a:pt x="1723" y="0"/>
                  </a:lnTo>
                </a:path>
              </a:pathLst>
            </a:custGeom>
            <a:noFill/>
            <a:ln cap="flat" cmpd="sng" w="11375">
              <a:solidFill>
                <a:srgbClr val="1A2644"/>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2"/>
            <p:cNvSpPr/>
            <p:nvPr/>
          </p:nvSpPr>
          <p:spPr>
            <a:xfrm>
              <a:off x="6709297" y="2781679"/>
              <a:ext cx="1303122" cy="472020"/>
            </a:xfrm>
            <a:custGeom>
              <a:rect b="b" l="l" r="r" t="t"/>
              <a:pathLst>
                <a:path extrusionOk="0" h="6754" w="18646">
                  <a:moveTo>
                    <a:pt x="1053" y="0"/>
                  </a:moveTo>
                  <a:cubicBezTo>
                    <a:pt x="750" y="0"/>
                    <a:pt x="473" y="259"/>
                    <a:pt x="455" y="562"/>
                  </a:cubicBezTo>
                  <a:lnTo>
                    <a:pt x="18" y="6218"/>
                  </a:lnTo>
                  <a:cubicBezTo>
                    <a:pt x="0" y="6513"/>
                    <a:pt x="223" y="6754"/>
                    <a:pt x="518" y="6754"/>
                  </a:cubicBezTo>
                  <a:lnTo>
                    <a:pt x="17593" y="6754"/>
                  </a:lnTo>
                  <a:cubicBezTo>
                    <a:pt x="17896" y="6754"/>
                    <a:pt x="18173" y="6504"/>
                    <a:pt x="18190" y="6200"/>
                  </a:cubicBezTo>
                  <a:lnTo>
                    <a:pt x="18628" y="545"/>
                  </a:lnTo>
                  <a:cubicBezTo>
                    <a:pt x="18645" y="250"/>
                    <a:pt x="18422" y="0"/>
                    <a:pt x="18128" y="0"/>
                  </a:cubicBezTo>
                  <a:close/>
                </a:path>
              </a:pathLst>
            </a:custGeom>
            <a:solidFill>
              <a:srgbClr val="4661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2"/>
            <p:cNvSpPr/>
            <p:nvPr/>
          </p:nvSpPr>
          <p:spPr>
            <a:xfrm>
              <a:off x="6674982" y="3459564"/>
              <a:ext cx="1285650" cy="239435"/>
            </a:xfrm>
            <a:custGeom>
              <a:rect b="b" l="l" r="r" t="t"/>
              <a:pathLst>
                <a:path extrusionOk="0" h="3426" w="18396">
                  <a:moveTo>
                    <a:pt x="804" y="0"/>
                  </a:moveTo>
                  <a:cubicBezTo>
                    <a:pt x="500" y="0"/>
                    <a:pt x="233" y="259"/>
                    <a:pt x="206" y="562"/>
                  </a:cubicBezTo>
                  <a:lnTo>
                    <a:pt x="28" y="2891"/>
                  </a:lnTo>
                  <a:cubicBezTo>
                    <a:pt x="1" y="3185"/>
                    <a:pt x="224" y="3426"/>
                    <a:pt x="527" y="3426"/>
                  </a:cubicBezTo>
                  <a:lnTo>
                    <a:pt x="17593" y="3426"/>
                  </a:lnTo>
                  <a:cubicBezTo>
                    <a:pt x="17896" y="3426"/>
                    <a:pt x="18173" y="3176"/>
                    <a:pt x="18191" y="2873"/>
                  </a:cubicBezTo>
                  <a:lnTo>
                    <a:pt x="18378" y="544"/>
                  </a:lnTo>
                  <a:cubicBezTo>
                    <a:pt x="18396" y="250"/>
                    <a:pt x="18173" y="0"/>
                    <a:pt x="17879" y="0"/>
                  </a:cubicBezTo>
                  <a:close/>
                </a:path>
              </a:pathLst>
            </a:custGeom>
            <a:solidFill>
              <a:srgbClr val="4661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2"/>
            <p:cNvSpPr/>
            <p:nvPr/>
          </p:nvSpPr>
          <p:spPr>
            <a:xfrm>
              <a:off x="7314034" y="2880150"/>
              <a:ext cx="556235" cy="228882"/>
            </a:xfrm>
            <a:custGeom>
              <a:rect b="b" l="l" r="r" t="t"/>
              <a:pathLst>
                <a:path extrusionOk="0" fill="none" h="3275" w="7959">
                  <a:moveTo>
                    <a:pt x="1" y="1"/>
                  </a:moveTo>
                  <a:cubicBezTo>
                    <a:pt x="1321" y="1"/>
                    <a:pt x="1321" y="3275"/>
                    <a:pt x="2650" y="3275"/>
                  </a:cubicBezTo>
                  <a:cubicBezTo>
                    <a:pt x="3980" y="3275"/>
                    <a:pt x="3980" y="1"/>
                    <a:pt x="5309" y="1"/>
                  </a:cubicBezTo>
                  <a:cubicBezTo>
                    <a:pt x="6638" y="1"/>
                    <a:pt x="6638" y="3275"/>
                    <a:pt x="7958" y="3275"/>
                  </a:cubicBezTo>
                </a:path>
              </a:pathLst>
            </a:custGeom>
            <a:noFill/>
            <a:ln cap="flat" cmpd="sng" w="12275">
              <a:solidFill>
                <a:srgbClr val="FFFF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2"/>
            <p:cNvSpPr/>
            <p:nvPr/>
          </p:nvSpPr>
          <p:spPr>
            <a:xfrm>
              <a:off x="7298519" y="2856458"/>
              <a:ext cx="64227" cy="60173"/>
            </a:xfrm>
            <a:custGeom>
              <a:rect b="b" l="l" r="r" t="t"/>
              <a:pathLst>
                <a:path extrusionOk="0" h="861" w="919">
                  <a:moveTo>
                    <a:pt x="490" y="1"/>
                  </a:moveTo>
                  <a:cubicBezTo>
                    <a:pt x="264" y="1"/>
                    <a:pt x="27" y="148"/>
                    <a:pt x="18" y="429"/>
                  </a:cubicBezTo>
                  <a:cubicBezTo>
                    <a:pt x="0" y="722"/>
                    <a:pt x="208" y="861"/>
                    <a:pt x="426" y="861"/>
                  </a:cubicBezTo>
                  <a:cubicBezTo>
                    <a:pt x="653" y="861"/>
                    <a:pt x="892" y="711"/>
                    <a:pt x="901" y="429"/>
                  </a:cubicBezTo>
                  <a:cubicBezTo>
                    <a:pt x="918" y="139"/>
                    <a:pt x="709" y="1"/>
                    <a:pt x="4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2"/>
            <p:cNvSpPr/>
            <p:nvPr/>
          </p:nvSpPr>
          <p:spPr>
            <a:xfrm>
              <a:off x="7454368" y="3079469"/>
              <a:ext cx="64227" cy="60383"/>
            </a:xfrm>
            <a:custGeom>
              <a:rect b="b" l="l" r="r" t="t"/>
              <a:pathLst>
                <a:path extrusionOk="0" h="864" w="919">
                  <a:moveTo>
                    <a:pt x="493" y="0"/>
                  </a:moveTo>
                  <a:cubicBezTo>
                    <a:pt x="266" y="0"/>
                    <a:pt x="27" y="150"/>
                    <a:pt x="18" y="432"/>
                  </a:cubicBezTo>
                  <a:cubicBezTo>
                    <a:pt x="0" y="725"/>
                    <a:pt x="208" y="864"/>
                    <a:pt x="426" y="864"/>
                  </a:cubicBezTo>
                  <a:cubicBezTo>
                    <a:pt x="653" y="864"/>
                    <a:pt x="892" y="714"/>
                    <a:pt x="901" y="432"/>
                  </a:cubicBezTo>
                  <a:cubicBezTo>
                    <a:pt x="919" y="139"/>
                    <a:pt x="711" y="0"/>
                    <a:pt x="4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2"/>
            <p:cNvSpPr/>
            <p:nvPr/>
          </p:nvSpPr>
          <p:spPr>
            <a:xfrm>
              <a:off x="7727418" y="2918169"/>
              <a:ext cx="64296" cy="60243"/>
            </a:xfrm>
            <a:custGeom>
              <a:rect b="b" l="l" r="r" t="t"/>
              <a:pathLst>
                <a:path extrusionOk="0" h="862" w="920">
                  <a:moveTo>
                    <a:pt x="490" y="1"/>
                  </a:moveTo>
                  <a:cubicBezTo>
                    <a:pt x="264" y="1"/>
                    <a:pt x="27" y="148"/>
                    <a:pt x="18" y="429"/>
                  </a:cubicBezTo>
                  <a:cubicBezTo>
                    <a:pt x="1" y="722"/>
                    <a:pt x="209" y="861"/>
                    <a:pt x="427" y="861"/>
                  </a:cubicBezTo>
                  <a:cubicBezTo>
                    <a:pt x="654" y="861"/>
                    <a:pt x="892" y="711"/>
                    <a:pt x="901" y="429"/>
                  </a:cubicBezTo>
                  <a:cubicBezTo>
                    <a:pt x="919" y="140"/>
                    <a:pt x="710" y="1"/>
                    <a:pt x="4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2"/>
            <p:cNvSpPr/>
            <p:nvPr/>
          </p:nvSpPr>
          <p:spPr>
            <a:xfrm>
              <a:off x="7839029" y="3077163"/>
              <a:ext cx="64856" cy="60173"/>
            </a:xfrm>
            <a:custGeom>
              <a:rect b="b" l="l" r="r" t="t"/>
              <a:pathLst>
                <a:path extrusionOk="0" h="861" w="928">
                  <a:moveTo>
                    <a:pt x="495" y="1"/>
                  </a:moveTo>
                  <a:cubicBezTo>
                    <a:pt x="266" y="1"/>
                    <a:pt x="27" y="148"/>
                    <a:pt x="18" y="429"/>
                  </a:cubicBezTo>
                  <a:cubicBezTo>
                    <a:pt x="1" y="722"/>
                    <a:pt x="211" y="861"/>
                    <a:pt x="431" y="861"/>
                  </a:cubicBezTo>
                  <a:cubicBezTo>
                    <a:pt x="660" y="861"/>
                    <a:pt x="901" y="711"/>
                    <a:pt x="910" y="429"/>
                  </a:cubicBezTo>
                  <a:cubicBezTo>
                    <a:pt x="928" y="139"/>
                    <a:pt x="716" y="1"/>
                    <a:pt x="49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2"/>
            <p:cNvSpPr/>
            <p:nvPr/>
          </p:nvSpPr>
          <p:spPr>
            <a:xfrm>
              <a:off x="6792533" y="2898181"/>
              <a:ext cx="49271" cy="46126"/>
            </a:xfrm>
            <a:custGeom>
              <a:rect b="b" l="l" r="r" t="t"/>
              <a:pathLst>
                <a:path extrusionOk="0" h="660" w="705">
                  <a:moveTo>
                    <a:pt x="377" y="0"/>
                  </a:moveTo>
                  <a:cubicBezTo>
                    <a:pt x="204" y="0"/>
                    <a:pt x="23" y="114"/>
                    <a:pt x="14" y="332"/>
                  </a:cubicBezTo>
                  <a:cubicBezTo>
                    <a:pt x="1" y="555"/>
                    <a:pt x="161" y="660"/>
                    <a:pt x="329" y="660"/>
                  </a:cubicBezTo>
                  <a:cubicBezTo>
                    <a:pt x="504" y="660"/>
                    <a:pt x="687" y="546"/>
                    <a:pt x="692" y="332"/>
                  </a:cubicBezTo>
                  <a:cubicBezTo>
                    <a:pt x="705" y="108"/>
                    <a:pt x="545" y="0"/>
                    <a:pt x="3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2"/>
            <p:cNvSpPr/>
            <p:nvPr/>
          </p:nvSpPr>
          <p:spPr>
            <a:xfrm>
              <a:off x="6867662" y="2909503"/>
              <a:ext cx="324907" cy="23133"/>
            </a:xfrm>
            <a:custGeom>
              <a:rect b="b" l="l" r="r" t="t"/>
              <a:pathLst>
                <a:path extrusionOk="0" h="331" w="4649">
                  <a:moveTo>
                    <a:pt x="0" y="0"/>
                  </a:moveTo>
                  <a:lnTo>
                    <a:pt x="0" y="330"/>
                  </a:lnTo>
                  <a:lnTo>
                    <a:pt x="4648" y="330"/>
                  </a:lnTo>
                  <a:lnTo>
                    <a:pt x="464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2"/>
            <p:cNvSpPr/>
            <p:nvPr/>
          </p:nvSpPr>
          <p:spPr>
            <a:xfrm>
              <a:off x="6785055" y="2994836"/>
              <a:ext cx="49271" cy="46126"/>
            </a:xfrm>
            <a:custGeom>
              <a:rect b="b" l="l" r="r" t="t"/>
              <a:pathLst>
                <a:path extrusionOk="0" h="660" w="705">
                  <a:moveTo>
                    <a:pt x="377" y="0"/>
                  </a:moveTo>
                  <a:cubicBezTo>
                    <a:pt x="204" y="0"/>
                    <a:pt x="23" y="114"/>
                    <a:pt x="14" y="331"/>
                  </a:cubicBezTo>
                  <a:cubicBezTo>
                    <a:pt x="1" y="554"/>
                    <a:pt x="161" y="659"/>
                    <a:pt x="329" y="659"/>
                  </a:cubicBezTo>
                  <a:cubicBezTo>
                    <a:pt x="504" y="659"/>
                    <a:pt x="687" y="545"/>
                    <a:pt x="692" y="331"/>
                  </a:cubicBezTo>
                  <a:cubicBezTo>
                    <a:pt x="705" y="107"/>
                    <a:pt x="545" y="0"/>
                    <a:pt x="3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2"/>
            <p:cNvSpPr/>
            <p:nvPr/>
          </p:nvSpPr>
          <p:spPr>
            <a:xfrm>
              <a:off x="6860184" y="3006088"/>
              <a:ext cx="324907" cy="23203"/>
            </a:xfrm>
            <a:custGeom>
              <a:rect b="b" l="l" r="r" t="t"/>
              <a:pathLst>
                <a:path extrusionOk="0" h="332" w="4649">
                  <a:moveTo>
                    <a:pt x="0" y="1"/>
                  </a:moveTo>
                  <a:lnTo>
                    <a:pt x="0" y="331"/>
                  </a:lnTo>
                  <a:lnTo>
                    <a:pt x="4648" y="331"/>
                  </a:lnTo>
                  <a:lnTo>
                    <a:pt x="464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2"/>
            <p:cNvSpPr/>
            <p:nvPr/>
          </p:nvSpPr>
          <p:spPr>
            <a:xfrm>
              <a:off x="6778206" y="3091700"/>
              <a:ext cx="49271" cy="46126"/>
            </a:xfrm>
            <a:custGeom>
              <a:rect b="b" l="l" r="r" t="t"/>
              <a:pathLst>
                <a:path extrusionOk="0" h="660" w="705">
                  <a:moveTo>
                    <a:pt x="380" y="0"/>
                  </a:moveTo>
                  <a:cubicBezTo>
                    <a:pt x="206" y="0"/>
                    <a:pt x="23" y="114"/>
                    <a:pt x="14" y="328"/>
                  </a:cubicBezTo>
                  <a:cubicBezTo>
                    <a:pt x="0" y="552"/>
                    <a:pt x="162" y="659"/>
                    <a:pt x="331" y="659"/>
                  </a:cubicBezTo>
                  <a:cubicBezTo>
                    <a:pt x="506" y="659"/>
                    <a:pt x="687" y="546"/>
                    <a:pt x="692" y="328"/>
                  </a:cubicBezTo>
                  <a:cubicBezTo>
                    <a:pt x="705" y="105"/>
                    <a:pt x="547" y="0"/>
                    <a:pt x="3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2"/>
            <p:cNvSpPr/>
            <p:nvPr/>
          </p:nvSpPr>
          <p:spPr>
            <a:xfrm>
              <a:off x="6853335" y="3103371"/>
              <a:ext cx="324907" cy="22504"/>
            </a:xfrm>
            <a:custGeom>
              <a:rect b="b" l="l" r="r" t="t"/>
              <a:pathLst>
                <a:path extrusionOk="0" h="322" w="4649">
                  <a:moveTo>
                    <a:pt x="0" y="1"/>
                  </a:moveTo>
                  <a:lnTo>
                    <a:pt x="0" y="322"/>
                  </a:lnTo>
                  <a:lnTo>
                    <a:pt x="4648" y="322"/>
                  </a:lnTo>
                  <a:lnTo>
                    <a:pt x="464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2"/>
            <p:cNvSpPr/>
            <p:nvPr/>
          </p:nvSpPr>
          <p:spPr>
            <a:xfrm>
              <a:off x="7228352" y="3509254"/>
              <a:ext cx="114755" cy="107627"/>
            </a:xfrm>
            <a:custGeom>
              <a:rect b="b" l="l" r="r" t="t"/>
              <a:pathLst>
                <a:path extrusionOk="0" h="1540" w="1642">
                  <a:moveTo>
                    <a:pt x="878" y="0"/>
                  </a:moveTo>
                  <a:cubicBezTo>
                    <a:pt x="474" y="0"/>
                    <a:pt x="50" y="266"/>
                    <a:pt x="31" y="770"/>
                  </a:cubicBezTo>
                  <a:cubicBezTo>
                    <a:pt x="1" y="1292"/>
                    <a:pt x="375" y="1540"/>
                    <a:pt x="767" y="1540"/>
                  </a:cubicBezTo>
                  <a:cubicBezTo>
                    <a:pt x="1172" y="1540"/>
                    <a:pt x="1597" y="1274"/>
                    <a:pt x="1610" y="770"/>
                  </a:cubicBezTo>
                  <a:cubicBezTo>
                    <a:pt x="1641" y="248"/>
                    <a:pt x="1269" y="0"/>
                    <a:pt x="878"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2"/>
            <p:cNvSpPr/>
            <p:nvPr/>
          </p:nvSpPr>
          <p:spPr>
            <a:xfrm>
              <a:off x="7562554" y="3509254"/>
              <a:ext cx="115035" cy="107627"/>
            </a:xfrm>
            <a:custGeom>
              <a:rect b="b" l="l" r="r" t="t"/>
              <a:pathLst>
                <a:path extrusionOk="0" h="1540" w="1646">
                  <a:moveTo>
                    <a:pt x="882" y="0"/>
                  </a:moveTo>
                  <a:cubicBezTo>
                    <a:pt x="476" y="0"/>
                    <a:pt x="49" y="266"/>
                    <a:pt x="31" y="770"/>
                  </a:cubicBezTo>
                  <a:cubicBezTo>
                    <a:pt x="0" y="1292"/>
                    <a:pt x="375" y="1540"/>
                    <a:pt x="766" y="1540"/>
                  </a:cubicBezTo>
                  <a:cubicBezTo>
                    <a:pt x="1172" y="1540"/>
                    <a:pt x="1596" y="1274"/>
                    <a:pt x="1610" y="770"/>
                  </a:cubicBezTo>
                  <a:cubicBezTo>
                    <a:pt x="1645" y="248"/>
                    <a:pt x="1273" y="0"/>
                    <a:pt x="882"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2"/>
            <p:cNvSpPr/>
            <p:nvPr/>
          </p:nvSpPr>
          <p:spPr>
            <a:xfrm>
              <a:off x="6894219" y="3509254"/>
              <a:ext cx="114685" cy="107627"/>
            </a:xfrm>
            <a:custGeom>
              <a:rect b="b" l="l" r="r" t="t"/>
              <a:pathLst>
                <a:path extrusionOk="0" h="1540" w="1641">
                  <a:moveTo>
                    <a:pt x="874" y="0"/>
                  </a:moveTo>
                  <a:cubicBezTo>
                    <a:pt x="469" y="0"/>
                    <a:pt x="44" y="266"/>
                    <a:pt x="31" y="770"/>
                  </a:cubicBezTo>
                  <a:cubicBezTo>
                    <a:pt x="0" y="1292"/>
                    <a:pt x="372" y="1540"/>
                    <a:pt x="763" y="1540"/>
                  </a:cubicBezTo>
                  <a:cubicBezTo>
                    <a:pt x="1167" y="1540"/>
                    <a:pt x="1592" y="1274"/>
                    <a:pt x="1610" y="770"/>
                  </a:cubicBezTo>
                  <a:cubicBezTo>
                    <a:pt x="1640" y="248"/>
                    <a:pt x="1266" y="0"/>
                    <a:pt x="874"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2"/>
            <p:cNvSpPr/>
            <p:nvPr/>
          </p:nvSpPr>
          <p:spPr>
            <a:xfrm>
              <a:off x="6786939" y="1934864"/>
              <a:ext cx="1318078" cy="653448"/>
            </a:xfrm>
            <a:custGeom>
              <a:rect b="b" l="l" r="r" t="t"/>
              <a:pathLst>
                <a:path extrusionOk="0" h="9350" w="18860">
                  <a:moveTo>
                    <a:pt x="848" y="0"/>
                  </a:moveTo>
                  <a:lnTo>
                    <a:pt x="0" y="9349"/>
                  </a:lnTo>
                  <a:lnTo>
                    <a:pt x="18155" y="9171"/>
                  </a:lnTo>
                  <a:lnTo>
                    <a:pt x="18859" y="2275"/>
                  </a:lnTo>
                  <a:lnTo>
                    <a:pt x="18859" y="2275"/>
                  </a:lnTo>
                  <a:cubicBezTo>
                    <a:pt x="18689" y="2310"/>
                    <a:pt x="18533" y="2326"/>
                    <a:pt x="18388" y="2326"/>
                  </a:cubicBezTo>
                  <a:cubicBezTo>
                    <a:pt x="16648" y="2326"/>
                    <a:pt x="16591" y="0"/>
                    <a:pt x="14961" y="0"/>
                  </a:cubicBezTo>
                  <a:cubicBezTo>
                    <a:pt x="13194" y="0"/>
                    <a:pt x="13016" y="2471"/>
                    <a:pt x="11250" y="2471"/>
                  </a:cubicBezTo>
                  <a:cubicBezTo>
                    <a:pt x="9492" y="2471"/>
                    <a:pt x="9671" y="0"/>
                    <a:pt x="7904" y="0"/>
                  </a:cubicBezTo>
                  <a:cubicBezTo>
                    <a:pt x="6138" y="0"/>
                    <a:pt x="6138" y="4933"/>
                    <a:pt x="4380" y="4933"/>
                  </a:cubicBezTo>
                  <a:cubicBezTo>
                    <a:pt x="2614" y="4933"/>
                    <a:pt x="2614" y="0"/>
                    <a:pt x="848" y="0"/>
                  </a:cubicBezTo>
                  <a:close/>
                </a:path>
              </a:pathLst>
            </a:custGeom>
            <a:gradFill>
              <a:gsLst>
                <a:gs pos="0">
                  <a:srgbClr val="FFFFFF">
                    <a:alpha val="28627"/>
                  </a:srgbClr>
                </a:gs>
                <a:gs pos="45000">
                  <a:srgbClr val="1A2644"/>
                </a:gs>
                <a:gs pos="100000">
                  <a:srgbClr val="1A264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2"/>
            <p:cNvSpPr/>
            <p:nvPr/>
          </p:nvSpPr>
          <p:spPr>
            <a:xfrm>
              <a:off x="7047549" y="2451472"/>
              <a:ext cx="64227" cy="60383"/>
            </a:xfrm>
            <a:custGeom>
              <a:rect b="b" l="l" r="r" t="t"/>
              <a:pathLst>
                <a:path extrusionOk="0" h="864" w="919">
                  <a:moveTo>
                    <a:pt x="493" y="0"/>
                  </a:moveTo>
                  <a:cubicBezTo>
                    <a:pt x="266" y="0"/>
                    <a:pt x="27" y="150"/>
                    <a:pt x="18" y="432"/>
                  </a:cubicBezTo>
                  <a:cubicBezTo>
                    <a:pt x="1" y="725"/>
                    <a:pt x="208" y="864"/>
                    <a:pt x="427" y="864"/>
                  </a:cubicBezTo>
                  <a:cubicBezTo>
                    <a:pt x="654" y="864"/>
                    <a:pt x="892" y="714"/>
                    <a:pt x="901" y="432"/>
                  </a:cubicBezTo>
                  <a:cubicBezTo>
                    <a:pt x="919" y="139"/>
                    <a:pt x="711" y="0"/>
                    <a:pt x="4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2"/>
            <p:cNvSpPr/>
            <p:nvPr/>
          </p:nvSpPr>
          <p:spPr>
            <a:xfrm>
              <a:off x="7298795" y="2282484"/>
              <a:ext cx="64576" cy="60173"/>
            </a:xfrm>
            <a:custGeom>
              <a:rect b="b" l="l" r="r" t="t"/>
              <a:pathLst>
                <a:path extrusionOk="0" h="861" w="924">
                  <a:moveTo>
                    <a:pt x="496" y="0"/>
                  </a:moveTo>
                  <a:cubicBezTo>
                    <a:pt x="268" y="0"/>
                    <a:pt x="27" y="150"/>
                    <a:pt x="18" y="432"/>
                  </a:cubicBezTo>
                  <a:cubicBezTo>
                    <a:pt x="1" y="722"/>
                    <a:pt x="212" y="861"/>
                    <a:pt x="433" y="861"/>
                  </a:cubicBezTo>
                  <a:cubicBezTo>
                    <a:pt x="660" y="861"/>
                    <a:pt x="897" y="713"/>
                    <a:pt x="901" y="432"/>
                  </a:cubicBezTo>
                  <a:cubicBezTo>
                    <a:pt x="923" y="139"/>
                    <a:pt x="716" y="0"/>
                    <a:pt x="4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2"/>
            <p:cNvSpPr/>
            <p:nvPr/>
          </p:nvSpPr>
          <p:spPr>
            <a:xfrm>
              <a:off x="7770186" y="2284371"/>
              <a:ext cx="64506" cy="60383"/>
            </a:xfrm>
            <a:custGeom>
              <a:rect b="b" l="l" r="r" t="t"/>
              <a:pathLst>
                <a:path extrusionOk="0" h="864" w="923">
                  <a:moveTo>
                    <a:pt x="496" y="0"/>
                  </a:moveTo>
                  <a:cubicBezTo>
                    <a:pt x="268" y="0"/>
                    <a:pt x="27" y="150"/>
                    <a:pt x="18" y="432"/>
                  </a:cubicBezTo>
                  <a:cubicBezTo>
                    <a:pt x="0" y="725"/>
                    <a:pt x="208" y="864"/>
                    <a:pt x="426" y="864"/>
                  </a:cubicBezTo>
                  <a:cubicBezTo>
                    <a:pt x="653" y="864"/>
                    <a:pt x="892" y="714"/>
                    <a:pt x="901" y="432"/>
                  </a:cubicBezTo>
                  <a:cubicBezTo>
                    <a:pt x="923" y="139"/>
                    <a:pt x="715" y="0"/>
                    <a:pt x="4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2"/>
            <p:cNvSpPr/>
            <p:nvPr/>
          </p:nvSpPr>
          <p:spPr>
            <a:xfrm>
              <a:off x="6846134" y="1934864"/>
              <a:ext cx="1258884" cy="344825"/>
            </a:xfrm>
            <a:custGeom>
              <a:rect b="b" l="l" r="r" t="t"/>
              <a:pathLst>
                <a:path extrusionOk="0" fill="none" h="4934" w="18013">
                  <a:moveTo>
                    <a:pt x="1" y="0"/>
                  </a:moveTo>
                  <a:cubicBezTo>
                    <a:pt x="1767" y="0"/>
                    <a:pt x="1767" y="4933"/>
                    <a:pt x="3533" y="4933"/>
                  </a:cubicBezTo>
                  <a:cubicBezTo>
                    <a:pt x="5291" y="4933"/>
                    <a:pt x="5291" y="0"/>
                    <a:pt x="7057" y="0"/>
                  </a:cubicBezTo>
                  <a:cubicBezTo>
                    <a:pt x="8824" y="0"/>
                    <a:pt x="8645" y="2471"/>
                    <a:pt x="10403" y="2471"/>
                  </a:cubicBezTo>
                  <a:cubicBezTo>
                    <a:pt x="12169" y="2471"/>
                    <a:pt x="12347" y="0"/>
                    <a:pt x="14114" y="0"/>
                  </a:cubicBezTo>
                  <a:cubicBezTo>
                    <a:pt x="15880" y="0"/>
                    <a:pt x="15809" y="2685"/>
                    <a:pt x="18012" y="2230"/>
                  </a:cubicBezTo>
                </a:path>
              </a:pathLst>
            </a:custGeom>
            <a:noFill/>
            <a:ln cap="flat" cmpd="sng" w="14050">
              <a:solidFill>
                <a:srgbClr val="FFFF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2"/>
            <p:cNvSpPr/>
            <p:nvPr/>
          </p:nvSpPr>
          <p:spPr>
            <a:xfrm>
              <a:off x="7082423" y="2418625"/>
              <a:ext cx="1328" cy="15026"/>
            </a:xfrm>
            <a:custGeom>
              <a:rect b="b" l="l" r="r" t="t"/>
              <a:pathLst>
                <a:path extrusionOk="0" fill="none" h="215" w="19">
                  <a:moveTo>
                    <a:pt x="1" y="215"/>
                  </a:moveTo>
                  <a:lnTo>
                    <a:pt x="19" y="1"/>
                  </a:lnTo>
                </a:path>
              </a:pathLst>
            </a:custGeom>
            <a:solidFill>
              <a:srgbClr val="FFFFFF"/>
            </a:solid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2"/>
            <p:cNvSpPr/>
            <p:nvPr/>
          </p:nvSpPr>
          <p:spPr>
            <a:xfrm>
              <a:off x="7085568" y="2306385"/>
              <a:ext cx="8177" cy="87359"/>
            </a:xfrm>
            <a:custGeom>
              <a:rect b="b" l="l" r="r" t="t"/>
              <a:pathLst>
                <a:path extrusionOk="0" fill="none" h="1250" w="117">
                  <a:moveTo>
                    <a:pt x="0" y="1250"/>
                  </a:moveTo>
                  <a:lnTo>
                    <a:pt x="116" y="1"/>
                  </a:lnTo>
                </a:path>
              </a:pathLst>
            </a:custGeom>
            <a:solidFill>
              <a:srgbClr val="FFFFFF"/>
            </a:solid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2"/>
            <p:cNvSpPr/>
            <p:nvPr/>
          </p:nvSpPr>
          <p:spPr>
            <a:xfrm>
              <a:off x="7094933" y="2278990"/>
              <a:ext cx="1328" cy="15026"/>
            </a:xfrm>
            <a:custGeom>
              <a:rect b="b" l="l" r="r" t="t"/>
              <a:pathLst>
                <a:path extrusionOk="0" fill="none" h="215" w="19">
                  <a:moveTo>
                    <a:pt x="0" y="215"/>
                  </a:moveTo>
                  <a:lnTo>
                    <a:pt x="18" y="0"/>
                  </a:lnTo>
                </a:path>
              </a:pathLst>
            </a:custGeom>
            <a:solidFill>
              <a:srgbClr val="FFFFFF"/>
            </a:solid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2"/>
            <p:cNvSpPr/>
            <p:nvPr/>
          </p:nvSpPr>
          <p:spPr>
            <a:xfrm>
              <a:off x="7331223" y="2237826"/>
              <a:ext cx="1328" cy="15026"/>
            </a:xfrm>
            <a:custGeom>
              <a:rect b="b" l="l" r="r" t="t"/>
              <a:pathLst>
                <a:path extrusionOk="0" fill="none" h="215" w="19">
                  <a:moveTo>
                    <a:pt x="0" y="215"/>
                  </a:moveTo>
                  <a:lnTo>
                    <a:pt x="18" y="1"/>
                  </a:lnTo>
                </a:path>
              </a:pathLst>
            </a:custGeom>
            <a:solidFill>
              <a:srgbClr val="FFFFFF"/>
            </a:solid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2"/>
            <p:cNvSpPr/>
            <p:nvPr/>
          </p:nvSpPr>
          <p:spPr>
            <a:xfrm>
              <a:off x="7335556" y="1966033"/>
              <a:ext cx="21316" cy="239435"/>
            </a:xfrm>
            <a:custGeom>
              <a:rect b="b" l="l" r="r" t="t"/>
              <a:pathLst>
                <a:path extrusionOk="0" fill="none" h="3426" w="305">
                  <a:moveTo>
                    <a:pt x="1" y="3426"/>
                  </a:moveTo>
                  <a:lnTo>
                    <a:pt x="304" y="0"/>
                  </a:lnTo>
                </a:path>
              </a:pathLst>
            </a:custGeom>
            <a:solidFill>
              <a:srgbClr val="FFFFFF"/>
            </a:solid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2"/>
            <p:cNvSpPr/>
            <p:nvPr/>
          </p:nvSpPr>
          <p:spPr>
            <a:xfrm>
              <a:off x="7357990" y="1934864"/>
              <a:ext cx="1328" cy="15026"/>
            </a:xfrm>
            <a:custGeom>
              <a:rect b="b" l="l" r="r" t="t"/>
              <a:pathLst>
                <a:path extrusionOk="0" fill="none" h="215" w="19">
                  <a:moveTo>
                    <a:pt x="1" y="214"/>
                  </a:moveTo>
                  <a:lnTo>
                    <a:pt x="19" y="0"/>
                  </a:lnTo>
                </a:path>
              </a:pathLst>
            </a:custGeom>
            <a:no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2"/>
            <p:cNvSpPr/>
            <p:nvPr/>
          </p:nvSpPr>
          <p:spPr>
            <a:xfrm>
              <a:off x="7807506" y="2237197"/>
              <a:ext cx="1328" cy="15026"/>
            </a:xfrm>
            <a:custGeom>
              <a:rect b="b" l="l" r="r" t="t"/>
              <a:pathLst>
                <a:path extrusionOk="0" fill="none" h="215" w="19">
                  <a:moveTo>
                    <a:pt x="1" y="215"/>
                  </a:moveTo>
                  <a:lnTo>
                    <a:pt x="19" y="1"/>
                  </a:lnTo>
                </a:path>
              </a:pathLst>
            </a:custGeom>
            <a:solidFill>
              <a:srgbClr val="FFFFFF"/>
            </a:solid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2"/>
            <p:cNvSpPr/>
            <p:nvPr/>
          </p:nvSpPr>
          <p:spPr>
            <a:xfrm>
              <a:off x="7811909" y="1965404"/>
              <a:ext cx="21246" cy="240064"/>
            </a:xfrm>
            <a:custGeom>
              <a:rect b="b" l="l" r="r" t="t"/>
              <a:pathLst>
                <a:path extrusionOk="0" fill="none" h="3435" w="304">
                  <a:moveTo>
                    <a:pt x="0" y="3435"/>
                  </a:moveTo>
                  <a:lnTo>
                    <a:pt x="304" y="0"/>
                  </a:lnTo>
                </a:path>
              </a:pathLst>
            </a:custGeom>
            <a:solidFill>
              <a:srgbClr val="FFFFFF"/>
            </a:solid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2"/>
            <p:cNvSpPr/>
            <p:nvPr/>
          </p:nvSpPr>
          <p:spPr>
            <a:xfrm>
              <a:off x="7834343" y="1934864"/>
              <a:ext cx="1328" cy="15026"/>
            </a:xfrm>
            <a:custGeom>
              <a:rect b="b" l="l" r="r" t="t"/>
              <a:pathLst>
                <a:path extrusionOk="0" fill="none" h="215" w="19">
                  <a:moveTo>
                    <a:pt x="1" y="214"/>
                  </a:moveTo>
                  <a:lnTo>
                    <a:pt x="18" y="0"/>
                  </a:lnTo>
                </a:path>
              </a:pathLst>
            </a:custGeom>
            <a:noFill/>
            <a:ln cap="flat" cmpd="sng" w="8475">
              <a:solidFill>
                <a:srgbClr val="E4DBF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2"/>
            <p:cNvSpPr/>
            <p:nvPr/>
          </p:nvSpPr>
          <p:spPr>
            <a:xfrm>
              <a:off x="7240089" y="1732190"/>
              <a:ext cx="261799" cy="152844"/>
            </a:xfrm>
            <a:custGeom>
              <a:rect b="b" l="l" r="r" t="t"/>
              <a:pathLst>
                <a:path extrusionOk="0" h="2187" w="3746">
                  <a:moveTo>
                    <a:pt x="3204" y="1"/>
                  </a:moveTo>
                  <a:cubicBezTo>
                    <a:pt x="3201" y="1"/>
                    <a:pt x="3198" y="1"/>
                    <a:pt x="3196" y="1"/>
                  </a:cubicBezTo>
                  <a:lnTo>
                    <a:pt x="653" y="1"/>
                  </a:lnTo>
                  <a:cubicBezTo>
                    <a:pt x="475" y="1"/>
                    <a:pt x="314" y="152"/>
                    <a:pt x="296" y="331"/>
                  </a:cubicBezTo>
                  <a:cubicBezTo>
                    <a:pt x="183" y="1490"/>
                    <a:pt x="0" y="1684"/>
                    <a:pt x="847" y="1684"/>
                  </a:cubicBezTo>
                  <a:cubicBezTo>
                    <a:pt x="1004" y="1684"/>
                    <a:pt x="1195" y="1677"/>
                    <a:pt x="1429" y="1669"/>
                  </a:cubicBezTo>
                  <a:lnTo>
                    <a:pt x="1715" y="2186"/>
                  </a:lnTo>
                  <a:lnTo>
                    <a:pt x="2098" y="1669"/>
                  </a:lnTo>
                  <a:cubicBezTo>
                    <a:pt x="2131" y="1663"/>
                    <a:pt x="2172" y="1661"/>
                    <a:pt x="2219" y="1661"/>
                  </a:cubicBezTo>
                  <a:cubicBezTo>
                    <a:pt x="2366" y="1661"/>
                    <a:pt x="2570" y="1683"/>
                    <a:pt x="2767" y="1683"/>
                  </a:cubicBezTo>
                  <a:cubicBezTo>
                    <a:pt x="3074" y="1683"/>
                    <a:pt x="3363" y="1629"/>
                    <a:pt x="3392" y="1348"/>
                  </a:cubicBezTo>
                  <a:cubicBezTo>
                    <a:pt x="3445" y="877"/>
                    <a:pt x="3746" y="1"/>
                    <a:pt x="3204" y="1"/>
                  </a:cubicBezTo>
                  <a:close/>
                </a:path>
              </a:pathLst>
            </a:custGeom>
            <a:solidFill>
              <a:srgbClr val="FCF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7" name="Google Shape;737;p32"/>
          <p:cNvSpPr txBox="1"/>
          <p:nvPr/>
        </p:nvSpPr>
        <p:spPr>
          <a:xfrm>
            <a:off x="726950" y="3305125"/>
            <a:ext cx="38040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u="sng">
                <a:solidFill>
                  <a:schemeClr val="accent3"/>
                </a:solidFill>
                <a:latin typeface="Maven Pro"/>
                <a:ea typeface="Maven Pro"/>
                <a:cs typeface="Maven Pro"/>
                <a:sym typeface="Maven Pro"/>
              </a:rPr>
              <a:t>Group Members:</a:t>
            </a:r>
            <a:endParaRPr sz="1700" u="sng">
              <a:solidFill>
                <a:schemeClr val="accent3"/>
              </a:solidFill>
              <a:latin typeface="Maven Pro"/>
              <a:ea typeface="Maven Pro"/>
              <a:cs typeface="Maven Pro"/>
              <a:sym typeface="Maven Pro"/>
            </a:endParaRPr>
          </a:p>
          <a:p>
            <a:pPr indent="0" lvl="0" marL="0" rtl="0" algn="l">
              <a:spcBef>
                <a:spcPts val="0"/>
              </a:spcBef>
              <a:spcAft>
                <a:spcPts val="0"/>
              </a:spcAft>
              <a:buNone/>
            </a:pPr>
            <a:r>
              <a:rPr lang="en" sz="1700">
                <a:solidFill>
                  <a:schemeClr val="accent3"/>
                </a:solidFill>
                <a:latin typeface="Maven Pro"/>
                <a:ea typeface="Maven Pro"/>
                <a:cs typeface="Maven Pro"/>
                <a:sym typeface="Maven Pro"/>
              </a:rPr>
              <a:t>Andre Campbell (2301103)</a:t>
            </a:r>
            <a:endParaRPr sz="1700">
              <a:solidFill>
                <a:schemeClr val="accent3"/>
              </a:solidFill>
              <a:latin typeface="Maven Pro"/>
              <a:ea typeface="Maven Pro"/>
              <a:cs typeface="Maven Pro"/>
              <a:sym typeface="Maven Pro"/>
            </a:endParaRPr>
          </a:p>
          <a:p>
            <a:pPr indent="0" lvl="0" marL="0" rtl="0" algn="l">
              <a:spcBef>
                <a:spcPts val="0"/>
              </a:spcBef>
              <a:spcAft>
                <a:spcPts val="0"/>
              </a:spcAft>
              <a:buNone/>
            </a:pPr>
            <a:r>
              <a:rPr lang="en" sz="1700">
                <a:solidFill>
                  <a:schemeClr val="accent3"/>
                </a:solidFill>
                <a:latin typeface="Maven Pro"/>
                <a:ea typeface="Maven Pro"/>
                <a:cs typeface="Maven Pro"/>
                <a:sym typeface="Maven Pro"/>
              </a:rPr>
              <a:t>Chevannese Ellis (2301109)</a:t>
            </a:r>
            <a:endParaRPr sz="1700">
              <a:solidFill>
                <a:schemeClr val="accent3"/>
              </a:solidFill>
              <a:latin typeface="Maven Pro"/>
              <a:ea typeface="Maven Pro"/>
              <a:cs typeface="Maven Pro"/>
              <a:sym typeface="Maven Pro"/>
            </a:endParaRPr>
          </a:p>
          <a:p>
            <a:pPr indent="0" lvl="0" marL="0" rtl="0" algn="l">
              <a:spcBef>
                <a:spcPts val="0"/>
              </a:spcBef>
              <a:spcAft>
                <a:spcPts val="0"/>
              </a:spcAft>
              <a:buNone/>
            </a:pPr>
            <a:r>
              <a:rPr lang="en" sz="1700">
                <a:solidFill>
                  <a:schemeClr val="accent3"/>
                </a:solidFill>
                <a:latin typeface="Maven Pro"/>
                <a:ea typeface="Maven Pro"/>
                <a:cs typeface="Maven Pro"/>
                <a:sym typeface="Maven Pro"/>
              </a:rPr>
              <a:t>Marco Mclean (2209181)</a:t>
            </a:r>
            <a:endParaRPr sz="1700">
              <a:solidFill>
                <a:schemeClr val="accent3"/>
              </a:solidFill>
              <a:latin typeface="Maven Pro"/>
              <a:ea typeface="Maven Pro"/>
              <a:cs typeface="Maven Pro"/>
              <a:sym typeface="Maven Pro"/>
            </a:endParaRPr>
          </a:p>
          <a:p>
            <a:pPr indent="0" lvl="0" marL="0" rtl="0" algn="l">
              <a:spcBef>
                <a:spcPts val="0"/>
              </a:spcBef>
              <a:spcAft>
                <a:spcPts val="0"/>
              </a:spcAft>
              <a:buNone/>
            </a:pPr>
            <a:r>
              <a:rPr lang="en" sz="1700">
                <a:solidFill>
                  <a:schemeClr val="accent3"/>
                </a:solidFill>
                <a:latin typeface="Maven Pro"/>
                <a:ea typeface="Maven Pro"/>
                <a:cs typeface="Maven Pro"/>
                <a:sym typeface="Maven Pro"/>
              </a:rPr>
              <a:t>Shanika Mcleggan (1503802)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33"/>
          <p:cNvSpPr txBox="1"/>
          <p:nvPr>
            <p:ph type="title"/>
          </p:nvPr>
        </p:nvSpPr>
        <p:spPr>
          <a:xfrm>
            <a:off x="2380200" y="2390425"/>
            <a:ext cx="43836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743" name="Google Shape;743;p33"/>
          <p:cNvSpPr txBox="1"/>
          <p:nvPr>
            <p:ph idx="2" type="title"/>
          </p:nvPr>
        </p:nvSpPr>
        <p:spPr>
          <a:xfrm>
            <a:off x="3962975" y="1312475"/>
            <a:ext cx="12180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744" name="Google Shape;744;p33"/>
          <p:cNvSpPr/>
          <p:nvPr/>
        </p:nvSpPr>
        <p:spPr>
          <a:xfrm>
            <a:off x="1060325" y="1178167"/>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45" name="Google Shape;745;p33"/>
          <p:cNvGrpSpPr/>
          <p:nvPr/>
        </p:nvGrpSpPr>
        <p:grpSpPr>
          <a:xfrm>
            <a:off x="6070834" y="2578758"/>
            <a:ext cx="2138893" cy="2053282"/>
            <a:chOff x="6070834" y="2578758"/>
            <a:chExt cx="2138893" cy="2053282"/>
          </a:xfrm>
        </p:grpSpPr>
        <p:grpSp>
          <p:nvGrpSpPr>
            <p:cNvPr id="746" name="Google Shape;746;p33"/>
            <p:cNvGrpSpPr/>
            <p:nvPr/>
          </p:nvGrpSpPr>
          <p:grpSpPr>
            <a:xfrm>
              <a:off x="6070834" y="3686941"/>
              <a:ext cx="943251" cy="945099"/>
              <a:chOff x="4428425" y="1360736"/>
              <a:chExt cx="1077385" cy="1079497"/>
            </a:xfrm>
          </p:grpSpPr>
          <p:sp>
            <p:nvSpPr>
              <p:cNvPr id="747" name="Google Shape;747;p33"/>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48" name="Google Shape;748;p33"/>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49" name="Google Shape;749;p33"/>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50" name="Google Shape;750;p33"/>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51" name="Google Shape;751;p33"/>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52" name="Google Shape;752;p33"/>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753" name="Google Shape;753;p33"/>
            <p:cNvSpPr/>
            <p:nvPr/>
          </p:nvSpPr>
          <p:spPr>
            <a:xfrm>
              <a:off x="7746252" y="25787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754" name="Google Shape;754;p33"/>
          <p:cNvSpPr/>
          <p:nvPr/>
        </p:nvSpPr>
        <p:spPr>
          <a:xfrm rot="5400000">
            <a:off x="9650" y="3172569"/>
            <a:ext cx="1928425" cy="2124250"/>
          </a:xfrm>
          <a:custGeom>
            <a:rect b="b" l="l" r="r" t="t"/>
            <a:pathLst>
              <a:path extrusionOk="0" h="372" w="338">
                <a:moveTo>
                  <a:pt x="31" y="340"/>
                </a:moveTo>
                <a:cubicBezTo>
                  <a:pt x="31" y="170"/>
                  <a:pt x="168" y="32"/>
                  <a:pt x="338" y="31"/>
                </a:cubicBezTo>
                <a:cubicBezTo>
                  <a:pt x="338" y="0"/>
                  <a:pt x="338" y="0"/>
                  <a:pt x="338" y="0"/>
                </a:cubicBezTo>
                <a:cubicBezTo>
                  <a:pt x="151" y="1"/>
                  <a:pt x="0" y="153"/>
                  <a:pt x="0" y="340"/>
                </a:cubicBezTo>
                <a:cubicBezTo>
                  <a:pt x="0" y="351"/>
                  <a:pt x="0" y="361"/>
                  <a:pt x="1" y="372"/>
                </a:cubicBezTo>
                <a:cubicBezTo>
                  <a:pt x="33" y="372"/>
                  <a:pt x="33" y="372"/>
                  <a:pt x="33" y="372"/>
                </a:cubicBezTo>
                <a:cubicBezTo>
                  <a:pt x="32" y="361"/>
                  <a:pt x="31" y="351"/>
                  <a:pt x="31" y="3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34"/>
          <p:cNvSpPr txBox="1"/>
          <p:nvPr>
            <p:ph type="title"/>
          </p:nvPr>
        </p:nvSpPr>
        <p:spPr>
          <a:xfrm>
            <a:off x="1327625" y="535525"/>
            <a:ext cx="39222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Introduction</a:t>
            </a:r>
            <a:endParaRPr sz="3700"/>
          </a:p>
        </p:txBody>
      </p:sp>
      <p:sp>
        <p:nvSpPr>
          <p:cNvPr id="760" name="Google Shape;760;p34"/>
          <p:cNvSpPr txBox="1"/>
          <p:nvPr>
            <p:ph idx="1" type="subTitle"/>
          </p:nvPr>
        </p:nvSpPr>
        <p:spPr>
          <a:xfrm>
            <a:off x="884725" y="1679875"/>
            <a:ext cx="4302000" cy="2674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700"/>
              <a:t>Using Java, we implement fixed and variable interest rate simulations, depletion modeling, and binary search-based optimization via successive approximation. The solution adheres to the divide-and-conquer paradigm, ensuring polynomial-time efficiency</a:t>
            </a:r>
            <a:endParaRPr sz="1700"/>
          </a:p>
          <a:p>
            <a:pPr indent="0" lvl="0" marL="457200" rtl="0" algn="l">
              <a:spcBef>
                <a:spcPts val="0"/>
              </a:spcBef>
              <a:spcAft>
                <a:spcPts val="0"/>
              </a:spcAft>
              <a:buNone/>
            </a:pPr>
            <a:r>
              <a:rPr lang="en" sz="1700"/>
              <a:t> (O(n log M)). </a:t>
            </a:r>
            <a:endParaRPr sz="1500"/>
          </a:p>
        </p:txBody>
      </p:sp>
      <p:pic>
        <p:nvPicPr>
          <p:cNvPr id="761" name="Google Shape;761;p34" title="download.png"/>
          <p:cNvPicPr preferRelativeResize="0"/>
          <p:nvPr/>
        </p:nvPicPr>
        <p:blipFill>
          <a:blip r:embed="rId3">
            <a:alphaModFix/>
          </a:blip>
          <a:stretch>
            <a:fillRect/>
          </a:stretch>
        </p:blipFill>
        <p:spPr>
          <a:xfrm>
            <a:off x="5635350" y="1679875"/>
            <a:ext cx="2829450" cy="282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35"/>
          <p:cNvSpPr txBox="1"/>
          <p:nvPr>
            <p:ph type="title"/>
          </p:nvPr>
        </p:nvSpPr>
        <p:spPr>
          <a:xfrm>
            <a:off x="1785525" y="2411475"/>
            <a:ext cx="5657100" cy="168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Fixed Investor Theory</a:t>
            </a:r>
            <a:endParaRPr/>
          </a:p>
        </p:txBody>
      </p:sp>
      <p:sp>
        <p:nvSpPr>
          <p:cNvPr id="767" name="Google Shape;767;p35"/>
          <p:cNvSpPr txBox="1"/>
          <p:nvPr>
            <p:ph idx="2" type="title"/>
          </p:nvPr>
        </p:nvSpPr>
        <p:spPr>
          <a:xfrm>
            <a:off x="3962975" y="1312475"/>
            <a:ext cx="12180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768" name="Google Shape;768;p35"/>
          <p:cNvSpPr/>
          <p:nvPr/>
        </p:nvSpPr>
        <p:spPr>
          <a:xfrm>
            <a:off x="1060325" y="1178167"/>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69" name="Google Shape;769;p35"/>
          <p:cNvGrpSpPr/>
          <p:nvPr/>
        </p:nvGrpSpPr>
        <p:grpSpPr>
          <a:xfrm>
            <a:off x="6070834" y="2578758"/>
            <a:ext cx="2138893" cy="2053282"/>
            <a:chOff x="6070834" y="2578758"/>
            <a:chExt cx="2138893" cy="2053282"/>
          </a:xfrm>
        </p:grpSpPr>
        <p:grpSp>
          <p:nvGrpSpPr>
            <p:cNvPr id="770" name="Google Shape;770;p35"/>
            <p:cNvGrpSpPr/>
            <p:nvPr/>
          </p:nvGrpSpPr>
          <p:grpSpPr>
            <a:xfrm>
              <a:off x="6070834" y="3686941"/>
              <a:ext cx="943251" cy="945099"/>
              <a:chOff x="4428425" y="1360736"/>
              <a:chExt cx="1077385" cy="1079497"/>
            </a:xfrm>
          </p:grpSpPr>
          <p:sp>
            <p:nvSpPr>
              <p:cNvPr id="771" name="Google Shape;771;p35"/>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72" name="Google Shape;772;p35"/>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73" name="Google Shape;773;p35"/>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74" name="Google Shape;774;p35"/>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75" name="Google Shape;775;p35"/>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776" name="Google Shape;776;p35"/>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777" name="Google Shape;777;p35"/>
            <p:cNvSpPr/>
            <p:nvPr/>
          </p:nvSpPr>
          <p:spPr>
            <a:xfrm>
              <a:off x="7746252" y="25787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778" name="Google Shape;778;p35"/>
          <p:cNvSpPr/>
          <p:nvPr/>
        </p:nvSpPr>
        <p:spPr>
          <a:xfrm rot="5400000">
            <a:off x="9650" y="3172569"/>
            <a:ext cx="1928425" cy="2124250"/>
          </a:xfrm>
          <a:custGeom>
            <a:rect b="b" l="l" r="r" t="t"/>
            <a:pathLst>
              <a:path extrusionOk="0" h="372" w="338">
                <a:moveTo>
                  <a:pt x="31" y="340"/>
                </a:moveTo>
                <a:cubicBezTo>
                  <a:pt x="31" y="170"/>
                  <a:pt x="168" y="32"/>
                  <a:pt x="338" y="31"/>
                </a:cubicBezTo>
                <a:cubicBezTo>
                  <a:pt x="338" y="0"/>
                  <a:pt x="338" y="0"/>
                  <a:pt x="338" y="0"/>
                </a:cubicBezTo>
                <a:cubicBezTo>
                  <a:pt x="151" y="1"/>
                  <a:pt x="0" y="153"/>
                  <a:pt x="0" y="340"/>
                </a:cubicBezTo>
                <a:cubicBezTo>
                  <a:pt x="0" y="351"/>
                  <a:pt x="0" y="361"/>
                  <a:pt x="1" y="372"/>
                </a:cubicBezTo>
                <a:cubicBezTo>
                  <a:pt x="33" y="372"/>
                  <a:pt x="33" y="372"/>
                  <a:pt x="33" y="372"/>
                </a:cubicBezTo>
                <a:cubicBezTo>
                  <a:pt x="32" y="361"/>
                  <a:pt x="31" y="351"/>
                  <a:pt x="31" y="3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36"/>
          <p:cNvSpPr txBox="1"/>
          <p:nvPr>
            <p:ph type="title"/>
          </p:nvPr>
        </p:nvSpPr>
        <p:spPr>
          <a:xfrm>
            <a:off x="2842275" y="546050"/>
            <a:ext cx="39222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u="sng"/>
              <a:t>Fixed Investor</a:t>
            </a:r>
            <a:endParaRPr sz="3700" u="sng"/>
          </a:p>
        </p:txBody>
      </p:sp>
      <p:sp>
        <p:nvSpPr>
          <p:cNvPr id="784" name="Google Shape;784;p36"/>
          <p:cNvSpPr txBox="1"/>
          <p:nvPr>
            <p:ph idx="1" type="subTitle"/>
          </p:nvPr>
        </p:nvSpPr>
        <p:spPr>
          <a:xfrm>
            <a:off x="5270875" y="1779700"/>
            <a:ext cx="3413700" cy="2674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t>Inputs</a:t>
            </a:r>
            <a:endParaRPr b="1"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1700"/>
              <a:t>principal (P) → the initial amount of money invested</a:t>
            </a:r>
            <a:endParaRPr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1700"/>
              <a:t>rate (r) → the annual interest rate</a:t>
            </a:r>
            <a:endParaRPr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1700"/>
              <a:t>years (n) → how long the money is invested</a:t>
            </a:r>
            <a:endParaRPr sz="1700"/>
          </a:p>
          <a:p>
            <a:pPr indent="0" lvl="0" marL="457200" rtl="0" algn="l">
              <a:spcBef>
                <a:spcPts val="0"/>
              </a:spcBef>
              <a:spcAft>
                <a:spcPts val="0"/>
              </a:spcAft>
              <a:buNone/>
            </a:pPr>
            <a:r>
              <a:t/>
            </a:r>
            <a:endParaRPr sz="1700"/>
          </a:p>
        </p:txBody>
      </p:sp>
      <p:sp>
        <p:nvSpPr>
          <p:cNvPr id="785" name="Google Shape;785;p36"/>
          <p:cNvSpPr txBox="1"/>
          <p:nvPr>
            <p:ph idx="1" type="subTitle"/>
          </p:nvPr>
        </p:nvSpPr>
        <p:spPr>
          <a:xfrm>
            <a:off x="863675" y="1832275"/>
            <a:ext cx="3922200" cy="2674500"/>
          </a:xfrm>
          <a:prstGeom prst="rect">
            <a:avLst/>
          </a:prstGeom>
          <a:ln cap="flat" cmpd="sng" w="9525">
            <a:solidFill>
              <a:srgbClr val="EEEE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100"/>
              <a:t>The FixedInvestor function basically calculates the future value of an investment with a fixed annual interest rate over a certain number of years. </a:t>
            </a:r>
            <a:endParaRPr sz="21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37"/>
          <p:cNvSpPr txBox="1"/>
          <p:nvPr>
            <p:ph type="title"/>
          </p:nvPr>
        </p:nvSpPr>
        <p:spPr>
          <a:xfrm>
            <a:off x="848550" y="419825"/>
            <a:ext cx="74469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Fixed Investor </a:t>
            </a:r>
            <a:endParaRPr sz="3700"/>
          </a:p>
        </p:txBody>
      </p:sp>
      <p:sp>
        <p:nvSpPr>
          <p:cNvPr id="791" name="Google Shape;791;p37"/>
          <p:cNvSpPr txBox="1"/>
          <p:nvPr>
            <p:ph idx="1" type="subTitle"/>
          </p:nvPr>
        </p:nvSpPr>
        <p:spPr>
          <a:xfrm>
            <a:off x="884725" y="1586500"/>
            <a:ext cx="7215600" cy="3016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900"/>
              <a:t>Algorithm Classification</a:t>
            </a:r>
            <a:endParaRPr b="1" sz="1900"/>
          </a:p>
          <a:p>
            <a:pPr indent="457200" lvl="0" marL="0" rtl="0" algn="l">
              <a:lnSpc>
                <a:spcPct val="115000"/>
              </a:lnSpc>
              <a:spcBef>
                <a:spcPts val="1200"/>
              </a:spcBef>
              <a:spcAft>
                <a:spcPts val="0"/>
              </a:spcAft>
              <a:buNone/>
            </a:pPr>
            <a:r>
              <a:rPr lang="en" sz="1900"/>
              <a:t>The algorithm belongs to computational Class P (Polynomial Time) because it performs a finite number of operations based on the number of years. The computation involves a constant number of operations per year (multiplication and addition), so time complexity is O(n) where n = years.</a:t>
            </a:r>
            <a:endParaRPr sz="1900"/>
          </a:p>
          <a:p>
            <a:pPr indent="0" lvl="0" marL="0" rtl="0" algn="l">
              <a:lnSpc>
                <a:spcPct val="115000"/>
              </a:lnSpc>
              <a:spcBef>
                <a:spcPts val="1200"/>
              </a:spcBef>
              <a:spcAft>
                <a:spcPts val="0"/>
              </a:spcAft>
              <a:buNone/>
            </a:pPr>
            <a:r>
              <a:t/>
            </a:r>
            <a:endParaRPr sz="1900"/>
          </a:p>
          <a:p>
            <a:pPr indent="0" lvl="0" marL="457200" rtl="0" algn="l">
              <a:spcBef>
                <a:spcPts val="1200"/>
              </a:spcBef>
              <a:spcAft>
                <a:spcPts val="0"/>
              </a:spcAft>
              <a:buNone/>
            </a:pPr>
            <a:r>
              <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38"/>
          <p:cNvSpPr txBox="1"/>
          <p:nvPr>
            <p:ph type="title"/>
          </p:nvPr>
        </p:nvSpPr>
        <p:spPr>
          <a:xfrm>
            <a:off x="848550" y="419825"/>
            <a:ext cx="74469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Fixed Investor Pseudocode</a:t>
            </a:r>
            <a:endParaRPr sz="3700"/>
          </a:p>
        </p:txBody>
      </p:sp>
      <p:sp>
        <p:nvSpPr>
          <p:cNvPr id="797" name="Google Shape;797;p38"/>
          <p:cNvSpPr txBox="1"/>
          <p:nvPr>
            <p:ph idx="1" type="subTitle"/>
          </p:nvPr>
        </p:nvSpPr>
        <p:spPr>
          <a:xfrm>
            <a:off x="884725" y="1586500"/>
            <a:ext cx="4302000" cy="3016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700"/>
              <a:t>FUNCTION fixedInvestor (principal, rate, years):</a:t>
            </a:r>
            <a:endParaRPr sz="1700"/>
          </a:p>
          <a:p>
            <a:pPr indent="0" lvl="0" marL="457200" rtl="0" algn="l">
              <a:lnSpc>
                <a:spcPct val="115000"/>
              </a:lnSpc>
              <a:spcBef>
                <a:spcPts val="1200"/>
              </a:spcBef>
              <a:spcAft>
                <a:spcPts val="0"/>
              </a:spcAft>
              <a:buNone/>
            </a:pPr>
            <a:r>
              <a:rPr lang="en" sz="1700"/>
              <a:t>balance = principal</a:t>
            </a:r>
            <a:endParaRPr sz="1700"/>
          </a:p>
          <a:p>
            <a:pPr indent="0" lvl="0" marL="457200" rtl="0" algn="l">
              <a:lnSpc>
                <a:spcPct val="115000"/>
              </a:lnSpc>
              <a:spcBef>
                <a:spcPts val="1200"/>
              </a:spcBef>
              <a:spcAft>
                <a:spcPts val="0"/>
              </a:spcAft>
              <a:buNone/>
            </a:pPr>
            <a:r>
              <a:rPr lang="en" sz="1700"/>
              <a:t> FOR i  = 1 TO years STEP 1</a:t>
            </a:r>
            <a:endParaRPr sz="1700"/>
          </a:p>
          <a:p>
            <a:pPr indent="12700" lvl="0" marL="914400" rtl="0" algn="l">
              <a:lnSpc>
                <a:spcPct val="115000"/>
              </a:lnSpc>
              <a:spcBef>
                <a:spcPts val="1200"/>
              </a:spcBef>
              <a:spcAft>
                <a:spcPts val="0"/>
              </a:spcAft>
              <a:buNone/>
            </a:pPr>
            <a:r>
              <a:rPr lang="en" sz="1700"/>
              <a:t>balance = balance * (1 + rate)</a:t>
            </a:r>
            <a:endParaRPr sz="1700"/>
          </a:p>
          <a:p>
            <a:pPr indent="12700" lvl="0" marL="457200" rtl="0" algn="l">
              <a:lnSpc>
                <a:spcPct val="115000"/>
              </a:lnSpc>
              <a:spcBef>
                <a:spcPts val="1200"/>
              </a:spcBef>
              <a:spcAft>
                <a:spcPts val="0"/>
              </a:spcAft>
              <a:buNone/>
            </a:pPr>
            <a:r>
              <a:rPr lang="en" sz="1700"/>
              <a:t>RETURN balance</a:t>
            </a:r>
            <a:endParaRPr sz="1700"/>
          </a:p>
          <a:p>
            <a:pPr indent="0" lvl="0" marL="0" rtl="0" algn="l">
              <a:lnSpc>
                <a:spcPct val="115000"/>
              </a:lnSpc>
              <a:spcBef>
                <a:spcPts val="1200"/>
              </a:spcBef>
              <a:spcAft>
                <a:spcPts val="0"/>
              </a:spcAft>
              <a:buNone/>
            </a:pPr>
            <a:r>
              <a:rPr lang="en" sz="1700"/>
              <a:t>END FUNCTION</a:t>
            </a:r>
            <a:endParaRPr sz="1700"/>
          </a:p>
          <a:p>
            <a:pPr indent="0" lvl="0" marL="457200" rtl="0" algn="l">
              <a:spcBef>
                <a:spcPts val="1200"/>
              </a:spcBef>
              <a:spcAft>
                <a:spcPts val="0"/>
              </a:spcAft>
              <a:buNone/>
            </a:pPr>
            <a:r>
              <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39"/>
          <p:cNvSpPr/>
          <p:nvPr/>
        </p:nvSpPr>
        <p:spPr>
          <a:xfrm>
            <a:off x="-51425" y="3402125"/>
            <a:ext cx="778500" cy="16410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sp>
        <p:nvSpPr>
          <p:cNvPr id="803" name="Google Shape;803;p39"/>
          <p:cNvSpPr txBox="1"/>
          <p:nvPr>
            <p:ph type="title"/>
          </p:nvPr>
        </p:nvSpPr>
        <p:spPr>
          <a:xfrm>
            <a:off x="848550" y="135825"/>
            <a:ext cx="74469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Fixed Investor </a:t>
            </a:r>
            <a:endParaRPr sz="3700"/>
          </a:p>
        </p:txBody>
      </p:sp>
      <p:sp>
        <p:nvSpPr>
          <p:cNvPr id="804" name="Google Shape;804;p39"/>
          <p:cNvSpPr txBox="1"/>
          <p:nvPr>
            <p:ph idx="1" type="subTitle"/>
          </p:nvPr>
        </p:nvSpPr>
        <p:spPr>
          <a:xfrm>
            <a:off x="348875" y="865650"/>
            <a:ext cx="8235900" cy="3412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900"/>
              <a:t>Asymptotic Efficiency</a:t>
            </a:r>
            <a:endParaRPr b="1" sz="1900"/>
          </a:p>
          <a:p>
            <a:pPr indent="-311150" lvl="0" marL="457200" rtl="0" algn="l">
              <a:lnSpc>
                <a:spcPct val="115000"/>
              </a:lnSpc>
              <a:spcBef>
                <a:spcPts val="120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The </a:t>
            </a:r>
            <a:r>
              <a:rPr i="1" lang="en" sz="1300">
                <a:solidFill>
                  <a:srgbClr val="000000"/>
                </a:solidFill>
                <a:latin typeface="Arial"/>
                <a:ea typeface="Arial"/>
                <a:cs typeface="Arial"/>
                <a:sym typeface="Arial"/>
              </a:rPr>
              <a:t>Fixed Investor</a:t>
            </a:r>
            <a:r>
              <a:rPr lang="en" sz="1300">
                <a:solidFill>
                  <a:srgbClr val="000000"/>
                </a:solidFill>
                <a:latin typeface="Arial"/>
                <a:ea typeface="Arial"/>
                <a:cs typeface="Arial"/>
                <a:sym typeface="Arial"/>
              </a:rPr>
              <a:t> function uses an </a:t>
            </a:r>
            <a:r>
              <a:rPr b="1" lang="en" sz="1300">
                <a:solidFill>
                  <a:srgbClr val="000000"/>
                </a:solidFill>
                <a:latin typeface="Arial"/>
                <a:ea typeface="Arial"/>
                <a:cs typeface="Arial"/>
                <a:sym typeface="Arial"/>
              </a:rPr>
              <a:t>iterative approach</a:t>
            </a:r>
            <a:r>
              <a:rPr lang="en" sz="1300">
                <a:solidFill>
                  <a:srgbClr val="000000"/>
                </a:solidFill>
                <a:latin typeface="Arial"/>
                <a:ea typeface="Arial"/>
                <a:cs typeface="Arial"/>
                <a:sym typeface="Arial"/>
              </a:rPr>
              <a:t> with a for-loop to update the balance each year.</a:t>
            </a:r>
            <a:br>
              <a:rPr lang="en"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It initializes </a:t>
            </a:r>
            <a:r>
              <a:rPr i="1" lang="en" sz="1300">
                <a:solidFill>
                  <a:srgbClr val="000000"/>
                </a:solidFill>
                <a:latin typeface="Arial"/>
                <a:ea typeface="Arial"/>
                <a:cs typeface="Arial"/>
                <a:sym typeface="Arial"/>
              </a:rPr>
              <a:t>balance</a:t>
            </a:r>
            <a:r>
              <a:rPr lang="en" sz="1300">
                <a:solidFill>
                  <a:srgbClr val="000000"/>
                </a:solidFill>
                <a:latin typeface="Arial"/>
                <a:ea typeface="Arial"/>
                <a:cs typeface="Arial"/>
                <a:sym typeface="Arial"/>
              </a:rPr>
              <a:t> with the principal in </a:t>
            </a:r>
            <a:r>
              <a:rPr b="1" lang="en" sz="1300">
                <a:solidFill>
                  <a:srgbClr val="000000"/>
                </a:solidFill>
                <a:latin typeface="Arial"/>
                <a:ea typeface="Arial"/>
                <a:cs typeface="Arial"/>
                <a:sym typeface="Arial"/>
              </a:rPr>
              <a:t>constant time</a:t>
            </a:r>
            <a:r>
              <a:rPr lang="en" sz="1300">
                <a:solidFill>
                  <a:srgbClr val="000000"/>
                </a:solidFill>
                <a:latin typeface="Arial"/>
                <a:ea typeface="Arial"/>
                <a:cs typeface="Arial"/>
                <a:sym typeface="Arial"/>
              </a:rPr>
              <a:t>.</a:t>
            </a:r>
            <a:br>
              <a:rPr lang="en"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The loop runs from year 1 to </a:t>
            </a:r>
            <a:r>
              <a:rPr i="1" lang="en" sz="1300">
                <a:solidFill>
                  <a:srgbClr val="000000"/>
                </a:solidFill>
                <a:latin typeface="Arial"/>
                <a:ea typeface="Arial"/>
                <a:cs typeface="Arial"/>
                <a:sym typeface="Arial"/>
              </a:rPr>
              <a:t>n</a:t>
            </a:r>
            <a:r>
              <a:rPr lang="en" sz="1300">
                <a:solidFill>
                  <a:srgbClr val="000000"/>
                </a:solidFill>
                <a:latin typeface="Arial"/>
                <a:ea typeface="Arial"/>
                <a:cs typeface="Arial"/>
                <a:sym typeface="Arial"/>
              </a:rPr>
              <a:t>, performing the same set of operations each iteration (multiplying by rate + 1).</a:t>
            </a:r>
            <a:br>
              <a:rPr lang="en"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Memory usage is </a:t>
            </a:r>
            <a:r>
              <a:rPr b="1" lang="en" sz="1300">
                <a:solidFill>
                  <a:srgbClr val="000000"/>
                </a:solidFill>
                <a:latin typeface="Arial"/>
                <a:ea typeface="Arial"/>
                <a:cs typeface="Arial"/>
                <a:sym typeface="Arial"/>
              </a:rPr>
              <a:t>constant (O(1))</a:t>
            </a:r>
            <a:r>
              <a:rPr lang="en" sz="1300">
                <a:solidFill>
                  <a:srgbClr val="000000"/>
                </a:solidFill>
                <a:latin typeface="Arial"/>
                <a:ea typeface="Arial"/>
                <a:cs typeface="Arial"/>
                <a:sym typeface="Arial"/>
              </a:rPr>
              <a:t> since only simple variables are stored (no arrays or lists).</a:t>
            </a:r>
            <a:br>
              <a:rPr lang="en"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Time complexity is </a:t>
            </a:r>
            <a:r>
              <a:rPr b="1" lang="en" sz="1300">
                <a:solidFill>
                  <a:srgbClr val="000000"/>
                </a:solidFill>
                <a:latin typeface="Arial"/>
                <a:ea typeface="Arial"/>
                <a:cs typeface="Arial"/>
                <a:sym typeface="Arial"/>
              </a:rPr>
              <a:t>O(n)</a:t>
            </a:r>
            <a:r>
              <a:rPr lang="en" sz="1300">
                <a:solidFill>
                  <a:srgbClr val="000000"/>
                </a:solidFill>
                <a:latin typeface="Arial"/>
                <a:ea typeface="Arial"/>
                <a:cs typeface="Arial"/>
                <a:sym typeface="Arial"/>
              </a:rPr>
              <a:t> because calculations are performed once per year.</a:t>
            </a:r>
            <a:br>
              <a:rPr lang="en"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Tradeoff: slower than the direct formula for very large </a:t>
            </a:r>
            <a:r>
              <a:rPr i="1" lang="en" sz="1300">
                <a:solidFill>
                  <a:srgbClr val="000000"/>
                </a:solidFill>
                <a:latin typeface="Arial"/>
                <a:ea typeface="Arial"/>
                <a:cs typeface="Arial"/>
                <a:sym typeface="Arial"/>
              </a:rPr>
              <a:t>n</a:t>
            </a:r>
            <a:r>
              <a:rPr lang="en" sz="1300">
                <a:solidFill>
                  <a:srgbClr val="000000"/>
                </a:solidFill>
                <a:latin typeface="Arial"/>
                <a:ea typeface="Arial"/>
                <a:cs typeface="Arial"/>
                <a:sym typeface="Arial"/>
              </a:rPr>
              <a:t> because it computes every year sequentially.</a:t>
            </a:r>
            <a:br>
              <a:rPr lang="en"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lang="en" sz="1300">
                <a:solidFill>
                  <a:srgbClr val="000000"/>
                </a:solidFill>
                <a:latin typeface="Arial"/>
                <a:ea typeface="Arial"/>
                <a:cs typeface="Arial"/>
                <a:sym typeface="Arial"/>
              </a:rPr>
              <a:t>Another tradeoff: cannot directly get the balance for a later year without calculating all previous years.</a:t>
            </a:r>
            <a:endParaRPr sz="2100"/>
          </a:p>
          <a:p>
            <a:pPr indent="0" lvl="0" marL="457200" rtl="0" algn="l">
              <a:spcBef>
                <a:spcPts val="1200"/>
              </a:spcBef>
              <a:spcAft>
                <a:spcPts val="0"/>
              </a:spcAft>
              <a:buNone/>
            </a:pPr>
            <a:r>
              <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40"/>
          <p:cNvSpPr txBox="1"/>
          <p:nvPr>
            <p:ph type="title"/>
          </p:nvPr>
        </p:nvSpPr>
        <p:spPr>
          <a:xfrm>
            <a:off x="1705775" y="1643625"/>
            <a:ext cx="5900700" cy="2241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Variable Investor Theory</a:t>
            </a:r>
            <a:endParaRPr/>
          </a:p>
        </p:txBody>
      </p:sp>
      <p:sp>
        <p:nvSpPr>
          <p:cNvPr id="810" name="Google Shape;810;p40"/>
          <p:cNvSpPr txBox="1"/>
          <p:nvPr>
            <p:ph idx="2" type="title"/>
          </p:nvPr>
        </p:nvSpPr>
        <p:spPr>
          <a:xfrm>
            <a:off x="3962975" y="1312475"/>
            <a:ext cx="12180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811" name="Google Shape;811;p40"/>
          <p:cNvSpPr/>
          <p:nvPr/>
        </p:nvSpPr>
        <p:spPr>
          <a:xfrm>
            <a:off x="1060325" y="1178167"/>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12" name="Google Shape;812;p40"/>
          <p:cNvGrpSpPr/>
          <p:nvPr/>
        </p:nvGrpSpPr>
        <p:grpSpPr>
          <a:xfrm>
            <a:off x="6070834" y="2578758"/>
            <a:ext cx="2138893" cy="2053282"/>
            <a:chOff x="6070834" y="2578758"/>
            <a:chExt cx="2138893" cy="2053282"/>
          </a:xfrm>
        </p:grpSpPr>
        <p:grpSp>
          <p:nvGrpSpPr>
            <p:cNvPr id="813" name="Google Shape;813;p40"/>
            <p:cNvGrpSpPr/>
            <p:nvPr/>
          </p:nvGrpSpPr>
          <p:grpSpPr>
            <a:xfrm>
              <a:off x="6070834" y="3686941"/>
              <a:ext cx="943251" cy="945099"/>
              <a:chOff x="4428425" y="1360736"/>
              <a:chExt cx="1077385" cy="1079497"/>
            </a:xfrm>
          </p:grpSpPr>
          <p:sp>
            <p:nvSpPr>
              <p:cNvPr id="814" name="Google Shape;814;p40"/>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15" name="Google Shape;815;p40"/>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16" name="Google Shape;816;p40"/>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17" name="Google Shape;817;p40"/>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18" name="Google Shape;818;p40"/>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19" name="Google Shape;819;p40"/>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820" name="Google Shape;820;p40"/>
            <p:cNvSpPr/>
            <p:nvPr/>
          </p:nvSpPr>
          <p:spPr>
            <a:xfrm>
              <a:off x="7746252" y="25787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821" name="Google Shape;821;p40"/>
          <p:cNvSpPr/>
          <p:nvPr/>
        </p:nvSpPr>
        <p:spPr>
          <a:xfrm rot="5400000">
            <a:off x="9650" y="3172569"/>
            <a:ext cx="1928425" cy="2124250"/>
          </a:xfrm>
          <a:custGeom>
            <a:rect b="b" l="l" r="r" t="t"/>
            <a:pathLst>
              <a:path extrusionOk="0" h="372" w="338">
                <a:moveTo>
                  <a:pt x="31" y="340"/>
                </a:moveTo>
                <a:cubicBezTo>
                  <a:pt x="31" y="170"/>
                  <a:pt x="168" y="32"/>
                  <a:pt x="338" y="31"/>
                </a:cubicBezTo>
                <a:cubicBezTo>
                  <a:pt x="338" y="0"/>
                  <a:pt x="338" y="0"/>
                  <a:pt x="338" y="0"/>
                </a:cubicBezTo>
                <a:cubicBezTo>
                  <a:pt x="151" y="1"/>
                  <a:pt x="0" y="153"/>
                  <a:pt x="0" y="340"/>
                </a:cubicBezTo>
                <a:cubicBezTo>
                  <a:pt x="0" y="351"/>
                  <a:pt x="0" y="361"/>
                  <a:pt x="1" y="372"/>
                </a:cubicBezTo>
                <a:cubicBezTo>
                  <a:pt x="33" y="372"/>
                  <a:pt x="33" y="372"/>
                  <a:pt x="33" y="372"/>
                </a:cubicBezTo>
                <a:cubicBezTo>
                  <a:pt x="32" y="361"/>
                  <a:pt x="31" y="351"/>
                  <a:pt x="31" y="3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41"/>
          <p:cNvSpPr txBox="1"/>
          <p:nvPr>
            <p:ph type="title"/>
          </p:nvPr>
        </p:nvSpPr>
        <p:spPr>
          <a:xfrm>
            <a:off x="1327625" y="535525"/>
            <a:ext cx="5696100" cy="81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Variable Investor</a:t>
            </a:r>
            <a:endParaRPr sz="3700"/>
          </a:p>
        </p:txBody>
      </p:sp>
      <p:sp>
        <p:nvSpPr>
          <p:cNvPr id="827" name="Google Shape;827;p41"/>
          <p:cNvSpPr txBox="1"/>
          <p:nvPr>
            <p:ph idx="1" type="subTitle"/>
          </p:nvPr>
        </p:nvSpPr>
        <p:spPr>
          <a:xfrm>
            <a:off x="652400" y="1563725"/>
            <a:ext cx="4302000" cy="2674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1700"/>
              <a:t>The variableInvestor() function is designed to simulate the growth of a retirement investment under variable annual interest rates, which may be positive or negative.This function takes into consideration the fluctuating market conditions that affect the investment year by year.</a:t>
            </a:r>
            <a:endParaRPr sz="1700"/>
          </a:p>
        </p:txBody>
      </p:sp>
      <p:sp>
        <p:nvSpPr>
          <p:cNvPr id="828" name="Google Shape;828;p41"/>
          <p:cNvSpPr txBox="1"/>
          <p:nvPr>
            <p:ph idx="1" type="subTitle"/>
          </p:nvPr>
        </p:nvSpPr>
        <p:spPr>
          <a:xfrm>
            <a:off x="5164650" y="1383125"/>
            <a:ext cx="3413700" cy="2674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t>Inputs</a:t>
            </a:r>
            <a:endParaRPr b="1"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1700"/>
              <a:t>principal (P) → amount invested</a:t>
            </a:r>
            <a:endParaRPr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1700"/>
              <a:t>rate (r) → the annual interest rate for each year</a:t>
            </a:r>
            <a:endParaRPr sz="1700"/>
          </a:p>
          <a:p>
            <a:pPr indent="0" lvl="0" marL="45720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457200" rtl="0" algn="l">
              <a:spcBef>
                <a:spcPts val="0"/>
              </a:spcBef>
              <a:spcAft>
                <a:spcPts val="0"/>
              </a:spcAft>
              <a:buNone/>
            </a:pPr>
            <a:r>
              <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42"/>
          <p:cNvSpPr txBox="1"/>
          <p:nvPr>
            <p:ph type="title"/>
          </p:nvPr>
        </p:nvSpPr>
        <p:spPr>
          <a:xfrm>
            <a:off x="1916175" y="63150"/>
            <a:ext cx="5974800" cy="86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Variable Investor </a:t>
            </a:r>
            <a:endParaRPr sz="3700"/>
          </a:p>
        </p:txBody>
      </p:sp>
      <p:sp>
        <p:nvSpPr>
          <p:cNvPr id="834" name="Google Shape;834;p42"/>
          <p:cNvSpPr txBox="1"/>
          <p:nvPr>
            <p:ph idx="1" type="subTitle"/>
          </p:nvPr>
        </p:nvSpPr>
        <p:spPr>
          <a:xfrm>
            <a:off x="605925" y="967450"/>
            <a:ext cx="8183400" cy="37872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 sz="1700"/>
              <a:t>Algorithmic </a:t>
            </a:r>
            <a:r>
              <a:rPr b="1" lang="en" sz="1700"/>
              <a:t>Efficiency</a:t>
            </a:r>
            <a:br>
              <a:rPr b="1" lang="en" sz="1700"/>
            </a:br>
            <a:br>
              <a:rPr b="1" lang="en" sz="1700"/>
            </a:br>
            <a:r>
              <a:rPr lang="en" sz="1400"/>
              <a:t>The algorithm begins by assigning the initial value of principal to a variable we called ‘balance’. </a:t>
            </a:r>
            <a:endParaRPr sz="1400"/>
          </a:p>
          <a:p>
            <a:pPr indent="0" lvl="0" marL="457200" rtl="0" algn="l">
              <a:spcBef>
                <a:spcPts val="0"/>
              </a:spcBef>
              <a:spcAft>
                <a:spcPts val="0"/>
              </a:spcAft>
              <a:buNone/>
            </a:pPr>
            <a:r>
              <a:t/>
            </a:r>
            <a:endParaRPr sz="1400"/>
          </a:p>
          <a:p>
            <a:pPr indent="0" lvl="0" marL="457200" rtl="0" algn="l">
              <a:spcBef>
                <a:spcPts val="0"/>
              </a:spcBef>
              <a:spcAft>
                <a:spcPts val="0"/>
              </a:spcAft>
              <a:buNone/>
            </a:pPr>
            <a:r>
              <a:rPr lang="en" sz="1400"/>
              <a:t>The assignment is a constant time operation and does not scale with the input size. </a:t>
            </a:r>
            <a:br>
              <a:rPr lang="en" sz="1400"/>
            </a:br>
            <a:r>
              <a:rPr lang="en" sz="1400"/>
              <a:t>Most of the work occurs in the FOR loop, which processes each interest rate one at a time. </a:t>
            </a:r>
            <a:br>
              <a:rPr lang="en" sz="1400"/>
            </a:br>
            <a:r>
              <a:rPr lang="en" sz="1400"/>
              <a:t>For every rate given in the list, the algorithm executes a fixed set of operations. </a:t>
            </a:r>
            <a:br>
              <a:rPr lang="en" sz="1400"/>
            </a:br>
            <a:r>
              <a:rPr lang="en" sz="1400"/>
              <a:t>The operations include adding 1 to the rate, multiplying the result by the current balance and updating the balance variable as it increases. </a:t>
            </a:r>
            <a:endParaRPr sz="1400"/>
          </a:p>
          <a:p>
            <a:pPr indent="0" lvl="0" marL="457200" rtl="0" algn="l">
              <a:spcBef>
                <a:spcPts val="0"/>
              </a:spcBef>
              <a:spcAft>
                <a:spcPts val="0"/>
              </a:spcAft>
              <a:buNone/>
            </a:pPr>
            <a:br>
              <a:rPr lang="en" sz="1400"/>
            </a:br>
            <a:r>
              <a:rPr lang="en" sz="1400"/>
              <a:t>The operations will take constant time regardless of the size of the numbers because the loops run once for each rate which results in the operations growing proportional to n. In this algorithm there are no nested loops or recursion that depend on n therefore we concluded that the complexity is linear O(n).</a:t>
            </a:r>
            <a:endParaRPr sz="1400"/>
          </a:p>
          <a:p>
            <a:pPr indent="0" lvl="0" marL="0" rtl="0" algn="l">
              <a:spcBef>
                <a:spcPts val="0"/>
              </a:spcBef>
              <a:spcAft>
                <a:spcPts val="0"/>
              </a:spcAft>
              <a:buNone/>
            </a:pPr>
            <a:r>
              <a:t/>
            </a:r>
            <a:endParaRPr b="1" sz="1700"/>
          </a:p>
          <a:p>
            <a:pPr indent="0" lvl="0" marL="0" rtl="0" algn="l">
              <a:spcBef>
                <a:spcPts val="0"/>
              </a:spcBef>
              <a:spcAft>
                <a:spcPts val="0"/>
              </a:spcAft>
              <a:buNone/>
            </a:pPr>
            <a:r>
              <a:t/>
            </a:r>
            <a:endParaRPr b="1"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43"/>
          <p:cNvSpPr txBox="1"/>
          <p:nvPr>
            <p:ph type="title"/>
          </p:nvPr>
        </p:nvSpPr>
        <p:spPr>
          <a:xfrm>
            <a:off x="2432800" y="1854000"/>
            <a:ext cx="4383600" cy="205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Finally Retired Theory</a:t>
            </a:r>
            <a:endParaRPr/>
          </a:p>
        </p:txBody>
      </p:sp>
      <p:sp>
        <p:nvSpPr>
          <p:cNvPr id="840" name="Google Shape;840;p43"/>
          <p:cNvSpPr txBox="1"/>
          <p:nvPr>
            <p:ph idx="2" type="title"/>
          </p:nvPr>
        </p:nvSpPr>
        <p:spPr>
          <a:xfrm>
            <a:off x="3962975" y="1312475"/>
            <a:ext cx="12180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841" name="Google Shape;841;p43"/>
          <p:cNvSpPr/>
          <p:nvPr/>
        </p:nvSpPr>
        <p:spPr>
          <a:xfrm>
            <a:off x="1060325" y="1178167"/>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42" name="Google Shape;842;p43"/>
          <p:cNvGrpSpPr/>
          <p:nvPr/>
        </p:nvGrpSpPr>
        <p:grpSpPr>
          <a:xfrm>
            <a:off x="6070834" y="2578758"/>
            <a:ext cx="2138893" cy="2053282"/>
            <a:chOff x="6070834" y="2578758"/>
            <a:chExt cx="2138893" cy="2053282"/>
          </a:xfrm>
        </p:grpSpPr>
        <p:grpSp>
          <p:nvGrpSpPr>
            <p:cNvPr id="843" name="Google Shape;843;p43"/>
            <p:cNvGrpSpPr/>
            <p:nvPr/>
          </p:nvGrpSpPr>
          <p:grpSpPr>
            <a:xfrm>
              <a:off x="6070834" y="3686941"/>
              <a:ext cx="943251" cy="945099"/>
              <a:chOff x="4428425" y="1360736"/>
              <a:chExt cx="1077385" cy="1079497"/>
            </a:xfrm>
          </p:grpSpPr>
          <p:sp>
            <p:nvSpPr>
              <p:cNvPr id="844" name="Google Shape;844;p43"/>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45" name="Google Shape;845;p43"/>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46" name="Google Shape;846;p43"/>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47" name="Google Shape;847;p43"/>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48" name="Google Shape;848;p43"/>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49" name="Google Shape;849;p43"/>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850" name="Google Shape;850;p43"/>
            <p:cNvSpPr/>
            <p:nvPr/>
          </p:nvSpPr>
          <p:spPr>
            <a:xfrm>
              <a:off x="7746252" y="25787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851" name="Google Shape;851;p43"/>
          <p:cNvSpPr/>
          <p:nvPr/>
        </p:nvSpPr>
        <p:spPr>
          <a:xfrm rot="5400000">
            <a:off x="9650" y="3172569"/>
            <a:ext cx="1928425" cy="2124250"/>
          </a:xfrm>
          <a:custGeom>
            <a:rect b="b" l="l" r="r" t="t"/>
            <a:pathLst>
              <a:path extrusionOk="0" h="372" w="338">
                <a:moveTo>
                  <a:pt x="31" y="340"/>
                </a:moveTo>
                <a:cubicBezTo>
                  <a:pt x="31" y="170"/>
                  <a:pt x="168" y="32"/>
                  <a:pt x="338" y="31"/>
                </a:cubicBezTo>
                <a:cubicBezTo>
                  <a:pt x="338" y="0"/>
                  <a:pt x="338" y="0"/>
                  <a:pt x="338" y="0"/>
                </a:cubicBezTo>
                <a:cubicBezTo>
                  <a:pt x="151" y="1"/>
                  <a:pt x="0" y="153"/>
                  <a:pt x="0" y="340"/>
                </a:cubicBezTo>
                <a:cubicBezTo>
                  <a:pt x="0" y="351"/>
                  <a:pt x="0" y="361"/>
                  <a:pt x="1" y="372"/>
                </a:cubicBezTo>
                <a:cubicBezTo>
                  <a:pt x="33" y="372"/>
                  <a:pt x="33" y="372"/>
                  <a:pt x="33" y="372"/>
                </a:cubicBezTo>
                <a:cubicBezTo>
                  <a:pt x="32" y="361"/>
                  <a:pt x="31" y="351"/>
                  <a:pt x="31" y="3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44"/>
          <p:cNvSpPr txBox="1"/>
          <p:nvPr>
            <p:ph type="title"/>
          </p:nvPr>
        </p:nvSpPr>
        <p:spPr>
          <a:xfrm>
            <a:off x="2692825" y="837150"/>
            <a:ext cx="39222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Finally Retired</a:t>
            </a:r>
            <a:endParaRPr sz="3700"/>
          </a:p>
        </p:txBody>
      </p:sp>
      <p:sp>
        <p:nvSpPr>
          <p:cNvPr id="857" name="Google Shape;857;p44"/>
          <p:cNvSpPr txBox="1"/>
          <p:nvPr>
            <p:ph idx="1" type="subTitle"/>
          </p:nvPr>
        </p:nvSpPr>
        <p:spPr>
          <a:xfrm>
            <a:off x="751900" y="2255475"/>
            <a:ext cx="4302000" cy="20541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2100">
                <a:solidFill>
                  <a:srgbClr val="000000"/>
                </a:solidFill>
                <a:latin typeface="Times New Roman"/>
                <a:ea typeface="Times New Roman"/>
                <a:cs typeface="Times New Roman"/>
                <a:sym typeface="Times New Roman"/>
              </a:rPr>
              <a:t>The Finally Retired problem </a:t>
            </a:r>
            <a:r>
              <a:rPr lang="en" sz="2100">
                <a:solidFill>
                  <a:srgbClr val="000000"/>
                </a:solidFill>
                <a:latin typeface="Times New Roman"/>
                <a:ea typeface="Times New Roman"/>
                <a:cs typeface="Times New Roman"/>
                <a:sym typeface="Times New Roman"/>
              </a:rPr>
              <a:t>calculate how</a:t>
            </a:r>
            <a:r>
              <a:rPr lang="en" sz="2100">
                <a:solidFill>
                  <a:srgbClr val="000000"/>
                </a:solidFill>
                <a:latin typeface="Times New Roman"/>
                <a:ea typeface="Times New Roman"/>
                <a:cs typeface="Times New Roman"/>
                <a:sym typeface="Times New Roman"/>
              </a:rPr>
              <a:t> long an individual’s retirement savings will last once they begin withdrawing a fixed amount each year. </a:t>
            </a:r>
            <a:endParaRPr sz="2400"/>
          </a:p>
        </p:txBody>
      </p:sp>
      <p:sp>
        <p:nvSpPr>
          <p:cNvPr id="858" name="Google Shape;858;p44"/>
          <p:cNvSpPr txBox="1"/>
          <p:nvPr/>
        </p:nvSpPr>
        <p:spPr>
          <a:xfrm>
            <a:off x="5849700" y="1828800"/>
            <a:ext cx="3126900" cy="22602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sz="1700"/>
              <a:t>Inputs</a:t>
            </a:r>
            <a:endParaRPr b="1"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900"/>
              <a:t>Balance (b) → the initial savings at the end of retirement</a:t>
            </a:r>
            <a:endParaRPr sz="900"/>
          </a:p>
          <a:p>
            <a:pPr indent="0" lvl="0" marL="457200" rtl="0" algn="l">
              <a:spcBef>
                <a:spcPts val="0"/>
              </a:spcBef>
              <a:spcAft>
                <a:spcPts val="0"/>
              </a:spcAft>
              <a:buNone/>
            </a:pPr>
            <a:r>
              <a:t/>
            </a:r>
            <a:endParaRPr sz="900"/>
          </a:p>
          <a:p>
            <a:pPr indent="0" lvl="0" marL="0" rtl="0" algn="l">
              <a:spcBef>
                <a:spcPts val="0"/>
              </a:spcBef>
              <a:spcAft>
                <a:spcPts val="0"/>
              </a:spcAft>
              <a:buNone/>
            </a:pPr>
            <a:r>
              <a:rPr lang="en" sz="900"/>
              <a:t>Withdrawal amount(r) → the withdrawal amount for each year</a:t>
            </a:r>
            <a:endParaRPr sz="900"/>
          </a:p>
          <a:p>
            <a:pPr indent="0" lvl="0" marL="457200" rtl="0" algn="l">
              <a:spcBef>
                <a:spcPts val="0"/>
              </a:spcBef>
              <a:spcAft>
                <a:spcPts val="0"/>
              </a:spcAft>
              <a:buNone/>
            </a:pPr>
            <a:r>
              <a:t/>
            </a:r>
            <a:endParaRPr sz="900"/>
          </a:p>
          <a:p>
            <a:pPr indent="0" lvl="0" marL="0" rtl="0" algn="l">
              <a:spcBef>
                <a:spcPts val="0"/>
              </a:spcBef>
              <a:spcAft>
                <a:spcPts val="0"/>
              </a:spcAft>
              <a:buNone/>
            </a:pPr>
            <a:r>
              <a:rPr lang="en" sz="900"/>
              <a:t>years (n) → how many years until withdraw can’t take place</a:t>
            </a:r>
            <a:endParaRPr sz="900"/>
          </a:p>
          <a:p>
            <a:pPr indent="0" lvl="0" marL="457200" rtl="0" algn="l">
              <a:spcBef>
                <a:spcPts val="0"/>
              </a:spcBef>
              <a:spcAft>
                <a:spcPts val="0"/>
              </a:spcAft>
              <a:buNone/>
            </a:pPr>
            <a:r>
              <a:t/>
            </a:r>
            <a:endParaRPr sz="1700"/>
          </a:p>
          <a:p>
            <a:pPr indent="0" lvl="0" marL="0" rtl="0" algn="l">
              <a:spcBef>
                <a:spcPts val="0"/>
              </a:spcBef>
              <a:spcAft>
                <a:spcPts val="0"/>
              </a:spcAft>
              <a:buNone/>
            </a:pPr>
            <a:r>
              <a:t/>
            </a:r>
            <a:endParaRPr b="1" sz="16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b="1" sz="1600">
              <a:solidFill>
                <a:schemeClr val="dk1"/>
              </a:solidFill>
              <a:latin typeface="Assistant"/>
              <a:ea typeface="Assistant"/>
              <a:cs typeface="Assistant"/>
              <a:sym typeface="Assistant"/>
            </a:endParaRPr>
          </a:p>
          <a:p>
            <a:pPr indent="0" lvl="0" marL="0" rtl="0" algn="l">
              <a:spcBef>
                <a:spcPts val="0"/>
              </a:spcBef>
              <a:spcAft>
                <a:spcPts val="0"/>
              </a:spcAft>
              <a:buNone/>
            </a:pPr>
            <a:br>
              <a:rPr b="1" lang="en" sz="1600">
                <a:solidFill>
                  <a:schemeClr val="dk1"/>
                </a:solidFill>
                <a:latin typeface="Assistant"/>
                <a:ea typeface="Assistant"/>
                <a:cs typeface="Assistant"/>
                <a:sym typeface="Assistant"/>
              </a:rPr>
            </a:br>
            <a:br>
              <a:rPr b="1" lang="en" sz="1600">
                <a:solidFill>
                  <a:schemeClr val="dk1"/>
                </a:solidFill>
                <a:latin typeface="Assistant"/>
                <a:ea typeface="Assistant"/>
                <a:cs typeface="Assistant"/>
                <a:sym typeface="Assistant"/>
              </a:rPr>
            </a:br>
            <a:endParaRPr b="1" sz="1600">
              <a:solidFill>
                <a:schemeClr val="dk1"/>
              </a:solidFill>
              <a:latin typeface="Assistant"/>
              <a:ea typeface="Assistant"/>
              <a:cs typeface="Assistant"/>
              <a:sym typeface="Assistan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45"/>
          <p:cNvSpPr txBox="1"/>
          <p:nvPr>
            <p:ph type="title"/>
          </p:nvPr>
        </p:nvSpPr>
        <p:spPr>
          <a:xfrm>
            <a:off x="507825" y="712250"/>
            <a:ext cx="3922200" cy="10641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sz="1900">
                <a:latin typeface="Assistant"/>
                <a:ea typeface="Assistant"/>
                <a:cs typeface="Assistant"/>
                <a:sym typeface="Assistant"/>
              </a:rPr>
              <a:t>Algorithm Classification</a:t>
            </a:r>
            <a:endParaRPr sz="3700"/>
          </a:p>
        </p:txBody>
      </p:sp>
      <p:sp>
        <p:nvSpPr>
          <p:cNvPr id="864" name="Google Shape;864;p45"/>
          <p:cNvSpPr txBox="1"/>
          <p:nvPr>
            <p:ph idx="1" type="subTitle"/>
          </p:nvPr>
        </p:nvSpPr>
        <p:spPr>
          <a:xfrm>
            <a:off x="884725" y="1679875"/>
            <a:ext cx="4302000" cy="2674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1800">
                <a:solidFill>
                  <a:srgbClr val="000000"/>
                </a:solidFill>
                <a:latin typeface="Times New Roman"/>
                <a:ea typeface="Times New Roman"/>
                <a:cs typeface="Times New Roman"/>
                <a:sym typeface="Times New Roman"/>
              </a:rPr>
              <a:t>This algorithm can be classified as a linear iterative algorithm. This is because its running time grows in direct proportion to the number of years being simulated. </a:t>
            </a:r>
            <a:r>
              <a:rPr lang="en" sz="1600">
                <a:solidFill>
                  <a:srgbClr val="000000"/>
                </a:solidFill>
                <a:latin typeface="Times New Roman"/>
                <a:ea typeface="Times New Roman"/>
                <a:cs typeface="Times New Roman"/>
                <a:sym typeface="Times New Roman"/>
              </a:rPr>
              <a:t>Due to this relationship between the years and iterations is what makes the algorithm’s time complexity O(n), where n represents the number of years. </a:t>
            </a:r>
            <a:endParaRPr sz="2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46"/>
          <p:cNvSpPr txBox="1"/>
          <p:nvPr>
            <p:ph type="title"/>
          </p:nvPr>
        </p:nvSpPr>
        <p:spPr>
          <a:xfrm>
            <a:off x="1327625" y="535525"/>
            <a:ext cx="54714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Finally Retired Pseudocode</a:t>
            </a:r>
            <a:endParaRPr sz="2500"/>
          </a:p>
        </p:txBody>
      </p:sp>
      <p:sp>
        <p:nvSpPr>
          <p:cNvPr id="870" name="Google Shape;870;p46"/>
          <p:cNvSpPr txBox="1"/>
          <p:nvPr>
            <p:ph idx="1" type="subTitle"/>
          </p:nvPr>
        </p:nvSpPr>
        <p:spPr>
          <a:xfrm>
            <a:off x="897250" y="1493950"/>
            <a:ext cx="4302000" cy="3232500"/>
          </a:xfrm>
          <a:prstGeom prst="rect">
            <a:avLst/>
          </a:prstGeom>
        </p:spPr>
        <p:txBody>
          <a:bodyPr anchorCtr="0" anchor="t" bIns="91425" lIns="91425" spcFirstLastPara="1" rIns="91425" wrap="square" tIns="91425">
            <a:noAutofit/>
          </a:bodyPr>
          <a:lstStyle/>
          <a:p>
            <a:pPr indent="12700" lvl="0" marL="0" rtl="0" algn="l">
              <a:lnSpc>
                <a:spcPct val="115000"/>
              </a:lnSpc>
              <a:spcBef>
                <a:spcPts val="1200"/>
              </a:spcBef>
              <a:spcAft>
                <a:spcPts val="0"/>
              </a:spcAft>
              <a:buNone/>
            </a:pPr>
            <a:r>
              <a:rPr lang="en" sz="1500">
                <a:solidFill>
                  <a:srgbClr val="000000"/>
                </a:solidFill>
                <a:latin typeface="Times New Roman"/>
                <a:ea typeface="Times New Roman"/>
                <a:cs typeface="Times New Roman"/>
                <a:sym typeface="Times New Roman"/>
              </a:rPr>
              <a:t>D</a:t>
            </a:r>
            <a:r>
              <a:rPr lang="en" sz="800">
                <a:solidFill>
                  <a:srgbClr val="000000"/>
                </a:solidFill>
                <a:latin typeface="Times New Roman"/>
                <a:ea typeface="Times New Roman"/>
                <a:cs typeface="Times New Roman"/>
                <a:sym typeface="Times New Roman"/>
              </a:rPr>
              <a:t>ECLARE years = 0 AS INTEGER</a:t>
            </a:r>
            <a:endParaRPr sz="800">
              <a:solidFill>
                <a:srgbClr val="000000"/>
              </a:solidFill>
              <a:latin typeface="Times New Roman"/>
              <a:ea typeface="Times New Roman"/>
              <a:cs typeface="Times New Roman"/>
              <a:sym typeface="Times New Roman"/>
            </a:endParaRPr>
          </a:p>
          <a:p>
            <a:pPr indent="12700" lvl="0" marL="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WHILE balance &gt; 0 AND years &lt; capYears</a:t>
            </a:r>
            <a:endParaRPr sz="800">
              <a:solidFill>
                <a:srgbClr val="000000"/>
              </a:solidFill>
              <a:latin typeface="Times New Roman"/>
              <a:ea typeface="Times New Roman"/>
              <a:cs typeface="Times New Roman"/>
              <a:sym typeface="Times New Roman"/>
            </a:endParaRPr>
          </a:p>
          <a:p>
            <a:pPr indent="12700" lvl="0" marL="45720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 //Withdraw at start of year</a:t>
            </a:r>
            <a:endParaRPr sz="800">
              <a:solidFill>
                <a:srgbClr val="000000"/>
              </a:solidFill>
              <a:latin typeface="Times New Roman"/>
              <a:ea typeface="Times New Roman"/>
              <a:cs typeface="Times New Roman"/>
              <a:sym typeface="Times New Roman"/>
            </a:endParaRPr>
          </a:p>
          <a:p>
            <a:pPr indent="12700" lvl="0" marL="45720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balance = balance - expense</a:t>
            </a:r>
            <a:endParaRPr sz="800">
              <a:solidFill>
                <a:srgbClr val="000000"/>
              </a:solidFill>
              <a:latin typeface="Times New Roman"/>
              <a:ea typeface="Times New Roman"/>
              <a:cs typeface="Times New Roman"/>
              <a:sym typeface="Times New Roman"/>
            </a:endParaRPr>
          </a:p>
          <a:p>
            <a:pPr indent="12700" lvl="0" marL="45720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IF balance &gt; 0 THEN</a:t>
            </a:r>
            <a:endParaRPr sz="800">
              <a:solidFill>
                <a:srgbClr val="000000"/>
              </a:solidFill>
              <a:latin typeface="Times New Roman"/>
              <a:ea typeface="Times New Roman"/>
              <a:cs typeface="Times New Roman"/>
              <a:sym typeface="Times New Roman"/>
            </a:endParaRPr>
          </a:p>
          <a:p>
            <a:pPr indent="12700" lvl="0" marL="91440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balance = balance + (balance * rate)</a:t>
            </a:r>
            <a:endParaRPr sz="800">
              <a:solidFill>
                <a:srgbClr val="000000"/>
              </a:solidFill>
              <a:latin typeface="Times New Roman"/>
              <a:ea typeface="Times New Roman"/>
              <a:cs typeface="Times New Roman"/>
              <a:sym typeface="Times New Roman"/>
            </a:endParaRPr>
          </a:p>
          <a:p>
            <a:pPr indent="12700" lvl="0" marL="45720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ELSE</a:t>
            </a:r>
            <a:endParaRPr sz="800">
              <a:solidFill>
                <a:srgbClr val="000000"/>
              </a:solidFill>
              <a:latin typeface="Times New Roman"/>
              <a:ea typeface="Times New Roman"/>
              <a:cs typeface="Times New Roman"/>
              <a:sym typeface="Times New Roman"/>
            </a:endParaRPr>
          </a:p>
          <a:p>
            <a:pPr indent="12700" lvl="0" marL="91440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balance = 0</a:t>
            </a:r>
            <a:endParaRPr sz="800">
              <a:solidFill>
                <a:srgbClr val="000000"/>
              </a:solidFill>
              <a:latin typeface="Times New Roman"/>
              <a:ea typeface="Times New Roman"/>
              <a:cs typeface="Times New Roman"/>
              <a:sym typeface="Times New Roman"/>
            </a:endParaRPr>
          </a:p>
          <a:p>
            <a:pPr indent="12700" lvl="0" marL="91440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years = years + 1</a:t>
            </a:r>
            <a:endParaRPr sz="800">
              <a:solidFill>
                <a:srgbClr val="000000"/>
              </a:solidFill>
              <a:latin typeface="Times New Roman"/>
              <a:ea typeface="Times New Roman"/>
              <a:cs typeface="Times New Roman"/>
              <a:sym typeface="Times New Roman"/>
            </a:endParaRPr>
          </a:p>
          <a:p>
            <a:pPr indent="12700" lvl="0" marL="0" rtl="0" algn="l">
              <a:lnSpc>
                <a:spcPct val="115000"/>
              </a:lnSpc>
              <a:spcBef>
                <a:spcPts val="1200"/>
              </a:spcBef>
              <a:spcAft>
                <a:spcPts val="0"/>
              </a:spcAft>
              <a:buNone/>
            </a:pPr>
            <a:r>
              <a:rPr lang="en" sz="800">
                <a:solidFill>
                  <a:srgbClr val="000000"/>
                </a:solidFill>
                <a:latin typeface="Times New Roman"/>
                <a:ea typeface="Times New Roman"/>
                <a:cs typeface="Times New Roman"/>
                <a:sym typeface="Times New Roman"/>
              </a:rPr>
              <a:t>RETURN years ;</a:t>
            </a:r>
            <a:endParaRPr sz="800">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1500">
              <a:solidFill>
                <a:srgbClr val="000000"/>
              </a:solidFill>
              <a:latin typeface="Times New Roman"/>
              <a:ea typeface="Times New Roman"/>
              <a:cs typeface="Times New Roman"/>
              <a:sym typeface="Times New Roman"/>
            </a:endParaRPr>
          </a:p>
        </p:txBody>
      </p:sp>
      <p:sp>
        <p:nvSpPr>
          <p:cNvPr id="871" name="Google Shape;871;p46"/>
          <p:cNvSpPr txBox="1"/>
          <p:nvPr>
            <p:ph idx="1" type="subTitle"/>
          </p:nvPr>
        </p:nvSpPr>
        <p:spPr>
          <a:xfrm>
            <a:off x="5164650" y="1383125"/>
            <a:ext cx="3413700" cy="2674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t>Inputs</a:t>
            </a:r>
            <a:endParaRPr b="1"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1700"/>
              <a:t>balance(b) – initial saving amount</a:t>
            </a:r>
            <a:endParaRPr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1700"/>
              <a:t>rate (r) → the annual interest rate for each year </a:t>
            </a:r>
            <a:br>
              <a:rPr lang="en" sz="1700"/>
            </a:br>
            <a:br>
              <a:rPr lang="en" sz="1700"/>
            </a:br>
            <a:r>
              <a:rPr lang="en" sz="1700"/>
              <a:t>Withdrawal(w)-expensed amount per year</a:t>
            </a:r>
            <a:endParaRPr sz="1700"/>
          </a:p>
          <a:p>
            <a:pPr indent="0" lvl="0" marL="45720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457200" rtl="0" algn="l">
              <a:spcBef>
                <a:spcPts val="0"/>
              </a:spcBef>
              <a:spcAft>
                <a:spcPts val="0"/>
              </a:spcAft>
              <a:buNone/>
            </a:pPr>
            <a:r>
              <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47"/>
          <p:cNvSpPr txBox="1"/>
          <p:nvPr>
            <p:ph type="title"/>
          </p:nvPr>
        </p:nvSpPr>
        <p:spPr>
          <a:xfrm>
            <a:off x="2412550" y="77725"/>
            <a:ext cx="39222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Asymptotic Analysis</a:t>
            </a:r>
            <a:endParaRPr/>
          </a:p>
        </p:txBody>
      </p:sp>
      <p:sp>
        <p:nvSpPr>
          <p:cNvPr id="877" name="Google Shape;877;p47"/>
          <p:cNvSpPr txBox="1"/>
          <p:nvPr>
            <p:ph idx="1" type="subTitle"/>
          </p:nvPr>
        </p:nvSpPr>
        <p:spPr>
          <a:xfrm>
            <a:off x="1165800" y="1285500"/>
            <a:ext cx="7120200" cy="3318600"/>
          </a:xfrm>
          <a:prstGeom prst="rect">
            <a:avLst/>
          </a:prstGeom>
        </p:spPr>
        <p:txBody>
          <a:bodyPr anchorCtr="0" anchor="t" bIns="91425" lIns="91425" spcFirstLastPara="1" rIns="91425" wrap="square" tIns="91425">
            <a:noAutofit/>
          </a:bodyPr>
          <a:lstStyle/>
          <a:p>
            <a:pPr indent="-311150" lvl="0" marL="457200" rtl="0" algn="l">
              <a:lnSpc>
                <a:spcPct val="200000"/>
              </a:lnSpc>
              <a:spcBef>
                <a:spcPts val="1200"/>
              </a:spcBef>
              <a:spcAft>
                <a:spcPts val="0"/>
              </a:spcAft>
              <a:buClr>
                <a:srgbClr val="000000"/>
              </a:buClr>
              <a:buSzPts val="1300"/>
              <a:buFont typeface="Times New Roman"/>
              <a:buAutoNum type="arabicPeriod"/>
            </a:pPr>
            <a:r>
              <a:rPr lang="en" sz="1300">
                <a:solidFill>
                  <a:srgbClr val="000000"/>
                </a:solidFill>
                <a:latin typeface="Times New Roman"/>
                <a:ea typeface="Times New Roman"/>
                <a:cs typeface="Times New Roman"/>
                <a:sym typeface="Times New Roman"/>
              </a:rPr>
              <a:t>Each iteration performs only constant-time operations, such as subtraction and incrementing counters. </a:t>
            </a:r>
            <a:endParaRPr sz="1300">
              <a:solidFill>
                <a:srgbClr val="000000"/>
              </a:solidFill>
              <a:latin typeface="Times New Roman"/>
              <a:ea typeface="Times New Roman"/>
              <a:cs typeface="Times New Roman"/>
              <a:sym typeface="Times New Roman"/>
            </a:endParaRPr>
          </a:p>
          <a:p>
            <a:pPr indent="-311150" lvl="0" marL="457200" rtl="0" algn="l">
              <a:lnSpc>
                <a:spcPct val="200000"/>
              </a:lnSpc>
              <a:spcBef>
                <a:spcPts val="0"/>
              </a:spcBef>
              <a:spcAft>
                <a:spcPts val="0"/>
              </a:spcAft>
              <a:buClr>
                <a:srgbClr val="000000"/>
              </a:buClr>
              <a:buSzPts val="1300"/>
              <a:buFont typeface="Times New Roman"/>
              <a:buAutoNum type="arabicPeriod"/>
            </a:pPr>
            <a:r>
              <a:rPr lang="en" sz="1300">
                <a:solidFill>
                  <a:srgbClr val="000000"/>
                </a:solidFill>
                <a:latin typeface="Times New Roman"/>
                <a:ea typeface="Times New Roman"/>
                <a:cs typeface="Times New Roman"/>
                <a:sym typeface="Times New Roman"/>
              </a:rPr>
              <a:t>Therefore, the algorithm’s time complexity is Θ(n), where </a:t>
            </a:r>
            <a:r>
              <a:rPr i="1" lang="en" sz="1300">
                <a:solidFill>
                  <a:srgbClr val="000000"/>
                </a:solidFill>
                <a:latin typeface="Times New Roman"/>
                <a:ea typeface="Times New Roman"/>
                <a:cs typeface="Times New Roman"/>
                <a:sym typeface="Times New Roman"/>
              </a:rPr>
              <a:t>n</a:t>
            </a:r>
            <a:r>
              <a:rPr lang="en" sz="1300">
                <a:solidFill>
                  <a:srgbClr val="000000"/>
                </a:solidFill>
                <a:latin typeface="Times New Roman"/>
                <a:ea typeface="Times New Roman"/>
                <a:cs typeface="Times New Roman"/>
                <a:sym typeface="Times New Roman"/>
              </a:rPr>
              <a:t> is the number of sustainable retirement years. </a:t>
            </a:r>
            <a:endParaRPr sz="1300">
              <a:solidFill>
                <a:srgbClr val="000000"/>
              </a:solidFill>
              <a:latin typeface="Times New Roman"/>
              <a:ea typeface="Times New Roman"/>
              <a:cs typeface="Times New Roman"/>
              <a:sym typeface="Times New Roman"/>
            </a:endParaRPr>
          </a:p>
          <a:p>
            <a:pPr indent="-311150" lvl="0" marL="457200" rtl="0" algn="l">
              <a:lnSpc>
                <a:spcPct val="200000"/>
              </a:lnSpc>
              <a:spcBef>
                <a:spcPts val="0"/>
              </a:spcBef>
              <a:spcAft>
                <a:spcPts val="0"/>
              </a:spcAft>
              <a:buClr>
                <a:srgbClr val="000000"/>
              </a:buClr>
              <a:buSzPts val="1300"/>
              <a:buFont typeface="Times New Roman"/>
              <a:buAutoNum type="arabicPeriod"/>
            </a:pPr>
            <a:r>
              <a:rPr lang="en" sz="1300">
                <a:solidFill>
                  <a:srgbClr val="000000"/>
                </a:solidFill>
                <a:latin typeface="Times New Roman"/>
                <a:ea typeface="Times New Roman"/>
                <a:cs typeface="Times New Roman"/>
                <a:sym typeface="Times New Roman"/>
              </a:rPr>
              <a:t>The space complexity is Θ(1) because only a few variables are used regardless of the input size. </a:t>
            </a:r>
            <a:endParaRPr sz="1300">
              <a:solidFill>
                <a:srgbClr val="000000"/>
              </a:solidFill>
              <a:latin typeface="Times New Roman"/>
              <a:ea typeface="Times New Roman"/>
              <a:cs typeface="Times New Roman"/>
              <a:sym typeface="Times New Roman"/>
            </a:endParaRPr>
          </a:p>
          <a:p>
            <a:pPr indent="-311150" lvl="0" marL="457200" rtl="0" algn="l">
              <a:lnSpc>
                <a:spcPct val="200000"/>
              </a:lnSpc>
              <a:spcBef>
                <a:spcPts val="0"/>
              </a:spcBef>
              <a:spcAft>
                <a:spcPts val="0"/>
              </a:spcAft>
              <a:buClr>
                <a:srgbClr val="000000"/>
              </a:buClr>
              <a:buSzPts val="1300"/>
              <a:buFont typeface="Times New Roman"/>
              <a:buAutoNum type="arabicPeriod"/>
            </a:pPr>
            <a:r>
              <a:rPr lang="en" sz="1300">
                <a:solidFill>
                  <a:srgbClr val="000000"/>
                </a:solidFill>
                <a:latin typeface="Times New Roman"/>
                <a:ea typeface="Times New Roman"/>
                <a:cs typeface="Times New Roman"/>
                <a:sym typeface="Times New Roman"/>
              </a:rPr>
              <a:t>This makes the algorithm efficient and scalable, even for large balances and small withdrawals.</a:t>
            </a:r>
            <a:endParaRPr sz="1300">
              <a:solidFill>
                <a:srgbClr val="000000"/>
              </a:solidFill>
              <a:latin typeface="Times New Roman"/>
              <a:ea typeface="Times New Roman"/>
              <a:cs typeface="Times New Roman"/>
              <a:sym typeface="Times New Roman"/>
            </a:endParaRPr>
          </a:p>
          <a:p>
            <a:pPr indent="0" lvl="0" marL="0" rtl="0" algn="l">
              <a:spcBef>
                <a:spcPts val="1200"/>
              </a:spcBef>
              <a:spcAft>
                <a:spcPts val="10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48"/>
          <p:cNvSpPr txBox="1"/>
          <p:nvPr>
            <p:ph type="title"/>
          </p:nvPr>
        </p:nvSpPr>
        <p:spPr>
          <a:xfrm>
            <a:off x="1652550" y="2666400"/>
            <a:ext cx="61323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Maximum Expense</a:t>
            </a:r>
            <a:endParaRPr/>
          </a:p>
        </p:txBody>
      </p:sp>
      <p:sp>
        <p:nvSpPr>
          <p:cNvPr id="883" name="Google Shape;883;p48"/>
          <p:cNvSpPr txBox="1"/>
          <p:nvPr>
            <p:ph idx="2" type="title"/>
          </p:nvPr>
        </p:nvSpPr>
        <p:spPr>
          <a:xfrm>
            <a:off x="3962975" y="1312475"/>
            <a:ext cx="12180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884" name="Google Shape;884;p48"/>
          <p:cNvSpPr/>
          <p:nvPr/>
        </p:nvSpPr>
        <p:spPr>
          <a:xfrm>
            <a:off x="1060325" y="1178167"/>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85" name="Google Shape;885;p48"/>
          <p:cNvGrpSpPr/>
          <p:nvPr/>
        </p:nvGrpSpPr>
        <p:grpSpPr>
          <a:xfrm>
            <a:off x="6070834" y="2578758"/>
            <a:ext cx="2138893" cy="2053282"/>
            <a:chOff x="6070834" y="2578758"/>
            <a:chExt cx="2138893" cy="2053282"/>
          </a:xfrm>
        </p:grpSpPr>
        <p:grpSp>
          <p:nvGrpSpPr>
            <p:cNvPr id="886" name="Google Shape;886;p48"/>
            <p:cNvGrpSpPr/>
            <p:nvPr/>
          </p:nvGrpSpPr>
          <p:grpSpPr>
            <a:xfrm>
              <a:off x="6070834" y="3686941"/>
              <a:ext cx="943251" cy="945099"/>
              <a:chOff x="4428425" y="1360736"/>
              <a:chExt cx="1077385" cy="1079497"/>
            </a:xfrm>
          </p:grpSpPr>
          <p:sp>
            <p:nvSpPr>
              <p:cNvPr id="887" name="Google Shape;887;p48"/>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88" name="Google Shape;888;p48"/>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89" name="Google Shape;889;p48"/>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90" name="Google Shape;890;p48"/>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91" name="Google Shape;891;p48"/>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892" name="Google Shape;892;p48"/>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893" name="Google Shape;893;p48"/>
            <p:cNvSpPr/>
            <p:nvPr/>
          </p:nvSpPr>
          <p:spPr>
            <a:xfrm>
              <a:off x="7746252" y="25787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894" name="Google Shape;894;p48"/>
          <p:cNvSpPr/>
          <p:nvPr/>
        </p:nvSpPr>
        <p:spPr>
          <a:xfrm rot="5400000">
            <a:off x="9650" y="3172569"/>
            <a:ext cx="1928425" cy="2124250"/>
          </a:xfrm>
          <a:custGeom>
            <a:rect b="b" l="l" r="r" t="t"/>
            <a:pathLst>
              <a:path extrusionOk="0" h="372" w="338">
                <a:moveTo>
                  <a:pt x="31" y="340"/>
                </a:moveTo>
                <a:cubicBezTo>
                  <a:pt x="31" y="170"/>
                  <a:pt x="168" y="32"/>
                  <a:pt x="338" y="31"/>
                </a:cubicBezTo>
                <a:cubicBezTo>
                  <a:pt x="338" y="0"/>
                  <a:pt x="338" y="0"/>
                  <a:pt x="338" y="0"/>
                </a:cubicBezTo>
                <a:cubicBezTo>
                  <a:pt x="151" y="1"/>
                  <a:pt x="0" y="153"/>
                  <a:pt x="0" y="340"/>
                </a:cubicBezTo>
                <a:cubicBezTo>
                  <a:pt x="0" y="351"/>
                  <a:pt x="0" y="361"/>
                  <a:pt x="1" y="372"/>
                </a:cubicBezTo>
                <a:cubicBezTo>
                  <a:pt x="33" y="372"/>
                  <a:pt x="33" y="372"/>
                  <a:pt x="33" y="372"/>
                </a:cubicBezTo>
                <a:cubicBezTo>
                  <a:pt x="32" y="361"/>
                  <a:pt x="31" y="351"/>
                  <a:pt x="31" y="3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49"/>
          <p:cNvSpPr txBox="1"/>
          <p:nvPr>
            <p:ph type="title"/>
          </p:nvPr>
        </p:nvSpPr>
        <p:spPr>
          <a:xfrm>
            <a:off x="1327625" y="535525"/>
            <a:ext cx="3922200" cy="106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Your part</a:t>
            </a:r>
            <a:endParaRPr sz="3700"/>
          </a:p>
        </p:txBody>
      </p:sp>
      <p:sp>
        <p:nvSpPr>
          <p:cNvPr id="900" name="Google Shape;900;p49"/>
          <p:cNvSpPr txBox="1"/>
          <p:nvPr>
            <p:ph idx="1" type="subTitle"/>
          </p:nvPr>
        </p:nvSpPr>
        <p:spPr>
          <a:xfrm>
            <a:off x="884725" y="1679875"/>
            <a:ext cx="4302000" cy="2674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1700"/>
              <a:t>Type here</a:t>
            </a:r>
            <a:endParaRPr sz="1500"/>
          </a:p>
        </p:txBody>
      </p:sp>
      <p:pic>
        <p:nvPicPr>
          <p:cNvPr id="901" name="Google Shape;901;p49"/>
          <p:cNvPicPr preferRelativeResize="0"/>
          <p:nvPr/>
        </p:nvPicPr>
        <p:blipFill>
          <a:blip r:embed="rId3">
            <a:alphaModFix/>
          </a:blip>
          <a:stretch>
            <a:fillRect/>
          </a:stretch>
        </p:blipFill>
        <p:spPr>
          <a:xfrm>
            <a:off x="0" y="-179732"/>
            <a:ext cx="10539949" cy="52256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50"/>
          <p:cNvPicPr preferRelativeResize="0"/>
          <p:nvPr/>
        </p:nvPicPr>
        <p:blipFill>
          <a:blip r:embed="rId3">
            <a:alphaModFix/>
          </a:blip>
          <a:stretch>
            <a:fillRect/>
          </a:stretch>
        </p:blipFill>
        <p:spPr>
          <a:xfrm>
            <a:off x="-60225" y="0"/>
            <a:ext cx="9335402"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pic>
        <p:nvPicPr>
          <p:cNvPr id="911" name="Google Shape;911;p51"/>
          <p:cNvPicPr preferRelativeResize="0"/>
          <p:nvPr/>
        </p:nvPicPr>
        <p:blipFill>
          <a:blip r:embed="rId3">
            <a:alphaModFix/>
          </a:blip>
          <a:stretch>
            <a:fillRect/>
          </a:stretch>
        </p:blipFill>
        <p:spPr>
          <a:xfrm>
            <a:off x="-52375" y="0"/>
            <a:ext cx="9255275" cy="51434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52"/>
          <p:cNvSpPr txBox="1"/>
          <p:nvPr>
            <p:ph type="title"/>
          </p:nvPr>
        </p:nvSpPr>
        <p:spPr>
          <a:xfrm>
            <a:off x="0" y="1884300"/>
            <a:ext cx="8141400" cy="137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Code Demonstration</a:t>
            </a:r>
            <a:endParaRPr/>
          </a:p>
        </p:txBody>
      </p:sp>
      <p:sp>
        <p:nvSpPr>
          <p:cNvPr id="917" name="Google Shape;917;p52"/>
          <p:cNvSpPr txBox="1"/>
          <p:nvPr>
            <p:ph idx="2" type="title"/>
          </p:nvPr>
        </p:nvSpPr>
        <p:spPr>
          <a:xfrm>
            <a:off x="3962975" y="1312475"/>
            <a:ext cx="12180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918" name="Google Shape;918;p52"/>
          <p:cNvSpPr/>
          <p:nvPr/>
        </p:nvSpPr>
        <p:spPr>
          <a:xfrm>
            <a:off x="1060325" y="1178167"/>
            <a:ext cx="915000" cy="994458"/>
          </a:xfrm>
          <a:custGeom>
            <a:rect b="b" l="l" r="r" t="t"/>
            <a:pathLst>
              <a:path extrusionOk="0" h="1740" w="1601">
                <a:moveTo>
                  <a:pt x="1601" y="0"/>
                </a:moveTo>
                <a:lnTo>
                  <a:pt x="1601" y="436"/>
                </a:lnTo>
                <a:lnTo>
                  <a:pt x="1601" y="436"/>
                </a:lnTo>
                <a:lnTo>
                  <a:pt x="1601" y="436"/>
                </a:lnTo>
                <a:lnTo>
                  <a:pt x="1164" y="436"/>
                </a:lnTo>
                <a:lnTo>
                  <a:pt x="1164" y="867"/>
                </a:lnTo>
                <a:lnTo>
                  <a:pt x="733" y="867"/>
                </a:lnTo>
                <a:lnTo>
                  <a:pt x="733" y="1303"/>
                </a:lnTo>
                <a:lnTo>
                  <a:pt x="726" y="1303"/>
                </a:lnTo>
                <a:lnTo>
                  <a:pt x="726" y="1303"/>
                </a:lnTo>
                <a:lnTo>
                  <a:pt x="289" y="1303"/>
                </a:lnTo>
                <a:lnTo>
                  <a:pt x="289" y="1740"/>
                </a:lnTo>
                <a:lnTo>
                  <a:pt x="0" y="1740"/>
                </a:lnTo>
                <a:lnTo>
                  <a:pt x="0" y="1014"/>
                </a:lnTo>
                <a:lnTo>
                  <a:pt x="437" y="1014"/>
                </a:lnTo>
                <a:lnTo>
                  <a:pt x="437" y="578"/>
                </a:lnTo>
                <a:lnTo>
                  <a:pt x="874" y="578"/>
                </a:lnTo>
                <a:lnTo>
                  <a:pt x="874" y="147"/>
                </a:lnTo>
                <a:lnTo>
                  <a:pt x="1312" y="147"/>
                </a:lnTo>
                <a:lnTo>
                  <a:pt x="1312" y="0"/>
                </a:lnTo>
                <a:lnTo>
                  <a:pt x="160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19" name="Google Shape;919;p52"/>
          <p:cNvGrpSpPr/>
          <p:nvPr/>
        </p:nvGrpSpPr>
        <p:grpSpPr>
          <a:xfrm>
            <a:off x="6070834" y="2578758"/>
            <a:ext cx="2138893" cy="2053282"/>
            <a:chOff x="6070834" y="2578758"/>
            <a:chExt cx="2138893" cy="2053282"/>
          </a:xfrm>
        </p:grpSpPr>
        <p:grpSp>
          <p:nvGrpSpPr>
            <p:cNvPr id="920" name="Google Shape;920;p52"/>
            <p:cNvGrpSpPr/>
            <p:nvPr/>
          </p:nvGrpSpPr>
          <p:grpSpPr>
            <a:xfrm>
              <a:off x="6070834" y="3686941"/>
              <a:ext cx="943251" cy="945099"/>
              <a:chOff x="4428425" y="1360736"/>
              <a:chExt cx="1077385" cy="1079497"/>
            </a:xfrm>
          </p:grpSpPr>
          <p:sp>
            <p:nvSpPr>
              <p:cNvPr id="921" name="Google Shape;921;p52"/>
              <p:cNvSpPr/>
              <p:nvPr/>
            </p:nvSpPr>
            <p:spPr>
              <a:xfrm>
                <a:off x="4442130" y="1375495"/>
                <a:ext cx="390051" cy="390053"/>
              </a:xfrm>
              <a:custGeom>
                <a:rect b="b" l="l" r="r" t="t"/>
                <a:pathLst>
                  <a:path extrusionOk="0" h="110" w="110">
                    <a:moveTo>
                      <a:pt x="110" y="0"/>
                    </a:moveTo>
                    <a:cubicBezTo>
                      <a:pt x="0" y="110"/>
                      <a:pt x="0" y="110"/>
                      <a:pt x="0" y="110"/>
                    </a:cubicBezTo>
                    <a:cubicBezTo>
                      <a:pt x="7" y="84"/>
                      <a:pt x="20" y="60"/>
                      <a:pt x="40" y="40"/>
                    </a:cubicBezTo>
                    <a:cubicBezTo>
                      <a:pt x="60" y="20"/>
                      <a:pt x="85" y="6"/>
                      <a:pt x="11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922" name="Google Shape;922;p52"/>
              <p:cNvSpPr/>
              <p:nvPr/>
            </p:nvSpPr>
            <p:spPr>
              <a:xfrm>
                <a:off x="4428425" y="1360736"/>
                <a:ext cx="687333" cy="685228"/>
              </a:xfrm>
              <a:custGeom>
                <a:rect b="b" l="l" r="r" t="t"/>
                <a:pathLst>
                  <a:path extrusionOk="0" h="193" w="194">
                    <a:moveTo>
                      <a:pt x="194" y="5"/>
                    </a:moveTo>
                    <a:cubicBezTo>
                      <a:pt x="5" y="193"/>
                      <a:pt x="5" y="193"/>
                      <a:pt x="5" y="193"/>
                    </a:cubicBezTo>
                    <a:cubicBezTo>
                      <a:pt x="3" y="185"/>
                      <a:pt x="1" y="177"/>
                      <a:pt x="0" y="168"/>
                    </a:cubicBezTo>
                    <a:cubicBezTo>
                      <a:pt x="169" y="0"/>
                      <a:pt x="169" y="0"/>
                      <a:pt x="169" y="0"/>
                    </a:cubicBezTo>
                    <a:cubicBezTo>
                      <a:pt x="177" y="1"/>
                      <a:pt x="186" y="2"/>
                      <a:pt x="194" y="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923" name="Google Shape;923;p52"/>
              <p:cNvSpPr/>
              <p:nvPr/>
            </p:nvSpPr>
            <p:spPr>
              <a:xfrm>
                <a:off x="4499056" y="1431367"/>
                <a:ext cx="804349" cy="806461"/>
              </a:xfrm>
              <a:custGeom>
                <a:rect b="b" l="l" r="r" t="t"/>
                <a:pathLst>
                  <a:path extrusionOk="0" h="227" w="227">
                    <a:moveTo>
                      <a:pt x="227" y="12"/>
                    </a:moveTo>
                    <a:cubicBezTo>
                      <a:pt x="12" y="227"/>
                      <a:pt x="12" y="227"/>
                      <a:pt x="12" y="227"/>
                    </a:cubicBezTo>
                    <a:cubicBezTo>
                      <a:pt x="8" y="221"/>
                      <a:pt x="4" y="215"/>
                      <a:pt x="0" y="209"/>
                    </a:cubicBezTo>
                    <a:cubicBezTo>
                      <a:pt x="209" y="0"/>
                      <a:pt x="209" y="0"/>
                      <a:pt x="209" y="0"/>
                    </a:cubicBezTo>
                    <a:cubicBezTo>
                      <a:pt x="216" y="3"/>
                      <a:pt x="221" y="7"/>
                      <a:pt x="227"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924" name="Google Shape;924;p52"/>
              <p:cNvSpPr/>
              <p:nvPr/>
            </p:nvSpPr>
            <p:spPr>
              <a:xfrm>
                <a:off x="4633993" y="1563141"/>
                <a:ext cx="804349" cy="805406"/>
              </a:xfrm>
              <a:custGeom>
                <a:rect b="b" l="l" r="r" t="t"/>
                <a:pathLst>
                  <a:path extrusionOk="0" h="227" w="227">
                    <a:moveTo>
                      <a:pt x="214" y="0"/>
                    </a:moveTo>
                    <a:cubicBezTo>
                      <a:pt x="219" y="6"/>
                      <a:pt x="223" y="12"/>
                      <a:pt x="227" y="18"/>
                    </a:cubicBezTo>
                    <a:cubicBezTo>
                      <a:pt x="18" y="227"/>
                      <a:pt x="18" y="227"/>
                      <a:pt x="18" y="227"/>
                    </a:cubicBezTo>
                    <a:cubicBezTo>
                      <a:pt x="11" y="224"/>
                      <a:pt x="5" y="219"/>
                      <a:pt x="0" y="215"/>
                    </a:cubicBezTo>
                    <a:lnTo>
                      <a:pt x="21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925" name="Google Shape;925;p52"/>
              <p:cNvSpPr/>
              <p:nvPr/>
            </p:nvSpPr>
            <p:spPr>
              <a:xfrm>
                <a:off x="4821639" y="1750788"/>
                <a:ext cx="684171" cy="689444"/>
              </a:xfrm>
              <a:custGeom>
                <a:rect b="b" l="l" r="r" t="t"/>
                <a:pathLst>
                  <a:path extrusionOk="0" h="194" w="193">
                    <a:moveTo>
                      <a:pt x="189" y="0"/>
                    </a:moveTo>
                    <a:cubicBezTo>
                      <a:pt x="191" y="9"/>
                      <a:pt x="193" y="17"/>
                      <a:pt x="193" y="26"/>
                    </a:cubicBezTo>
                    <a:cubicBezTo>
                      <a:pt x="25" y="194"/>
                      <a:pt x="25" y="194"/>
                      <a:pt x="25" y="194"/>
                    </a:cubicBezTo>
                    <a:cubicBezTo>
                      <a:pt x="0" y="189"/>
                      <a:pt x="0" y="189"/>
                      <a:pt x="0" y="189"/>
                    </a:cubicBezTo>
                    <a:lnTo>
                      <a:pt x="18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sp>
            <p:nvSpPr>
              <p:cNvPr id="926" name="Google Shape;926;p52"/>
              <p:cNvSpPr/>
              <p:nvPr/>
            </p:nvSpPr>
            <p:spPr>
              <a:xfrm>
                <a:off x="5102054" y="2035421"/>
                <a:ext cx="393214" cy="390053"/>
              </a:xfrm>
              <a:custGeom>
                <a:rect b="b" l="l" r="r" t="t"/>
                <a:pathLst>
                  <a:path extrusionOk="0" h="110" w="111">
                    <a:moveTo>
                      <a:pt x="111" y="0"/>
                    </a:moveTo>
                    <a:cubicBezTo>
                      <a:pt x="104" y="26"/>
                      <a:pt x="91" y="50"/>
                      <a:pt x="71" y="70"/>
                    </a:cubicBezTo>
                    <a:cubicBezTo>
                      <a:pt x="50" y="90"/>
                      <a:pt x="26" y="103"/>
                      <a:pt x="0" y="110"/>
                    </a:cubicBezTo>
                    <a:lnTo>
                      <a:pt x="111"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927" name="Google Shape;927;p52"/>
            <p:cNvSpPr/>
            <p:nvPr/>
          </p:nvSpPr>
          <p:spPr>
            <a:xfrm>
              <a:off x="7746252" y="2578758"/>
              <a:ext cx="463475" cy="459093"/>
            </a:xfrm>
            <a:custGeom>
              <a:rect b="b" l="l" r="r" t="t"/>
              <a:pathLst>
                <a:path extrusionOk="0" h="313" w="316">
                  <a:moveTo>
                    <a:pt x="198" y="0"/>
                  </a:moveTo>
                  <a:lnTo>
                    <a:pt x="118" y="0"/>
                  </a:lnTo>
                  <a:lnTo>
                    <a:pt x="118" y="118"/>
                  </a:lnTo>
                  <a:lnTo>
                    <a:pt x="0" y="118"/>
                  </a:lnTo>
                  <a:lnTo>
                    <a:pt x="0" y="195"/>
                  </a:lnTo>
                  <a:lnTo>
                    <a:pt x="118" y="195"/>
                  </a:lnTo>
                  <a:lnTo>
                    <a:pt x="118" y="313"/>
                  </a:lnTo>
                  <a:lnTo>
                    <a:pt x="198" y="313"/>
                  </a:lnTo>
                  <a:lnTo>
                    <a:pt x="198" y="195"/>
                  </a:lnTo>
                  <a:lnTo>
                    <a:pt x="316" y="195"/>
                  </a:lnTo>
                  <a:lnTo>
                    <a:pt x="316" y="118"/>
                  </a:lnTo>
                  <a:lnTo>
                    <a:pt x="198" y="118"/>
                  </a:lnTo>
                  <a:lnTo>
                    <a:pt x="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alibri"/>
                <a:ea typeface="Calibri"/>
                <a:cs typeface="Calibri"/>
                <a:sym typeface="Calibri"/>
              </a:endParaRPr>
            </a:p>
          </p:txBody>
        </p:sp>
      </p:grpSp>
      <p:sp>
        <p:nvSpPr>
          <p:cNvPr id="928" name="Google Shape;928;p52"/>
          <p:cNvSpPr/>
          <p:nvPr/>
        </p:nvSpPr>
        <p:spPr>
          <a:xfrm rot="5400000">
            <a:off x="9650" y="3172569"/>
            <a:ext cx="1928425" cy="2124250"/>
          </a:xfrm>
          <a:custGeom>
            <a:rect b="b" l="l" r="r" t="t"/>
            <a:pathLst>
              <a:path extrusionOk="0" h="372" w="338">
                <a:moveTo>
                  <a:pt x="31" y="340"/>
                </a:moveTo>
                <a:cubicBezTo>
                  <a:pt x="31" y="170"/>
                  <a:pt x="168" y="32"/>
                  <a:pt x="338" y="31"/>
                </a:cubicBezTo>
                <a:cubicBezTo>
                  <a:pt x="338" y="0"/>
                  <a:pt x="338" y="0"/>
                  <a:pt x="338" y="0"/>
                </a:cubicBezTo>
                <a:cubicBezTo>
                  <a:pt x="151" y="1"/>
                  <a:pt x="0" y="153"/>
                  <a:pt x="0" y="340"/>
                </a:cubicBezTo>
                <a:cubicBezTo>
                  <a:pt x="0" y="351"/>
                  <a:pt x="0" y="361"/>
                  <a:pt x="1" y="372"/>
                </a:cubicBezTo>
                <a:cubicBezTo>
                  <a:pt x="33" y="372"/>
                  <a:pt x="33" y="372"/>
                  <a:pt x="33" y="372"/>
                </a:cubicBezTo>
                <a:cubicBezTo>
                  <a:pt x="32" y="361"/>
                  <a:pt x="31" y="351"/>
                  <a:pt x="31" y="3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32" name="Shape 932"/>
        <p:cNvGrpSpPr/>
        <p:nvPr/>
      </p:nvGrpSpPr>
      <p:grpSpPr>
        <a:xfrm>
          <a:off x="0" y="0"/>
          <a:ext cx="0" cy="0"/>
          <a:chOff x="0" y="0"/>
          <a:chExt cx="0" cy="0"/>
        </a:xfrm>
      </p:grpSpPr>
      <p:pic>
        <p:nvPicPr>
          <p:cNvPr id="933" name="Google Shape;933;p53"/>
          <p:cNvPicPr preferRelativeResize="0"/>
          <p:nvPr/>
        </p:nvPicPr>
        <p:blipFill rotWithShape="1">
          <a:blip r:embed="rId3">
            <a:alphaModFix/>
          </a:blip>
          <a:srcRect b="21494" l="0" r="0" t="0"/>
          <a:stretch/>
        </p:blipFill>
        <p:spPr>
          <a:xfrm>
            <a:off x="1263050" y="582400"/>
            <a:ext cx="6617901" cy="370520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37" name="Shape 937"/>
        <p:cNvGrpSpPr/>
        <p:nvPr/>
      </p:nvGrpSpPr>
      <p:grpSpPr>
        <a:xfrm>
          <a:off x="0" y="0"/>
          <a:ext cx="0" cy="0"/>
          <a:chOff x="0" y="0"/>
          <a:chExt cx="0" cy="0"/>
        </a:xfrm>
      </p:grpSpPr>
      <p:pic>
        <p:nvPicPr>
          <p:cNvPr id="938" name="Google Shape;938;p54"/>
          <p:cNvPicPr preferRelativeResize="0"/>
          <p:nvPr/>
        </p:nvPicPr>
        <p:blipFill>
          <a:blip r:embed="rId3">
            <a:alphaModFix/>
          </a:blip>
          <a:stretch>
            <a:fillRect/>
          </a:stretch>
        </p:blipFill>
        <p:spPr>
          <a:xfrm>
            <a:off x="172050" y="385059"/>
            <a:ext cx="8582774" cy="4541690"/>
          </a:xfrm>
          <a:prstGeom prst="rect">
            <a:avLst/>
          </a:prstGeom>
          <a:noFill/>
          <a:ln>
            <a:noFill/>
          </a:ln>
        </p:spPr>
      </p:pic>
      <p:sp>
        <p:nvSpPr>
          <p:cNvPr id="939" name="Google Shape;939;p54"/>
          <p:cNvSpPr/>
          <p:nvPr/>
        </p:nvSpPr>
        <p:spPr>
          <a:xfrm>
            <a:off x="6377700" y="115700"/>
            <a:ext cx="2766300" cy="1254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u="sng">
                <a:latin typeface="Proxima Nova"/>
                <a:ea typeface="Proxima Nova"/>
                <a:cs typeface="Proxima Nova"/>
                <a:sym typeface="Proxima Nova"/>
              </a:rPr>
              <a:t>Fixed Investor Test Data</a:t>
            </a:r>
            <a:endParaRPr b="1" sz="1300" u="sng">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Balance = 1000</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Rate = 0.05</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Years = 3</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Expected End Balance = 1157.63 </a:t>
            </a:r>
            <a:endParaRPr b="1" sz="1300">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43" name="Shape 943"/>
        <p:cNvGrpSpPr/>
        <p:nvPr/>
      </p:nvGrpSpPr>
      <p:grpSpPr>
        <a:xfrm>
          <a:off x="0" y="0"/>
          <a:ext cx="0" cy="0"/>
          <a:chOff x="0" y="0"/>
          <a:chExt cx="0" cy="0"/>
        </a:xfrm>
      </p:grpSpPr>
      <p:pic>
        <p:nvPicPr>
          <p:cNvPr id="944" name="Google Shape;944;p55"/>
          <p:cNvPicPr preferRelativeResize="0"/>
          <p:nvPr/>
        </p:nvPicPr>
        <p:blipFill>
          <a:blip r:embed="rId3">
            <a:alphaModFix/>
          </a:blip>
          <a:stretch>
            <a:fillRect/>
          </a:stretch>
        </p:blipFill>
        <p:spPr>
          <a:xfrm>
            <a:off x="152400" y="152400"/>
            <a:ext cx="8839200" cy="4668203"/>
          </a:xfrm>
          <a:prstGeom prst="rect">
            <a:avLst/>
          </a:prstGeom>
          <a:noFill/>
          <a:ln>
            <a:noFill/>
          </a:ln>
        </p:spPr>
      </p:pic>
      <p:sp>
        <p:nvSpPr>
          <p:cNvPr id="945" name="Google Shape;945;p55"/>
          <p:cNvSpPr/>
          <p:nvPr/>
        </p:nvSpPr>
        <p:spPr>
          <a:xfrm>
            <a:off x="6690900" y="89275"/>
            <a:ext cx="2453100" cy="121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u="sng">
                <a:latin typeface="Proxima Nova"/>
                <a:ea typeface="Proxima Nova"/>
                <a:cs typeface="Proxima Nova"/>
                <a:sym typeface="Proxima Nova"/>
              </a:rPr>
              <a:t>Fixed Investor Test Data</a:t>
            </a:r>
            <a:endParaRPr b="1" sz="1300" u="sng">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Balance = 300,000</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Rate = 0.05</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Years = 50</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Expected End Balance = 3,440,219.94 </a:t>
            </a:r>
            <a:endParaRPr b="1" sz="1300">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49" name="Shape 949"/>
        <p:cNvGrpSpPr/>
        <p:nvPr/>
      </p:nvGrpSpPr>
      <p:grpSpPr>
        <a:xfrm>
          <a:off x="0" y="0"/>
          <a:ext cx="0" cy="0"/>
          <a:chOff x="0" y="0"/>
          <a:chExt cx="0" cy="0"/>
        </a:xfrm>
      </p:grpSpPr>
      <p:pic>
        <p:nvPicPr>
          <p:cNvPr id="950" name="Google Shape;950;p56"/>
          <p:cNvPicPr preferRelativeResize="0"/>
          <p:nvPr/>
        </p:nvPicPr>
        <p:blipFill>
          <a:blip r:embed="rId3">
            <a:alphaModFix/>
          </a:blip>
          <a:stretch>
            <a:fillRect/>
          </a:stretch>
        </p:blipFill>
        <p:spPr>
          <a:xfrm>
            <a:off x="196325" y="465199"/>
            <a:ext cx="8303726" cy="4376700"/>
          </a:xfrm>
          <a:prstGeom prst="rect">
            <a:avLst/>
          </a:prstGeom>
          <a:noFill/>
          <a:ln>
            <a:noFill/>
          </a:ln>
        </p:spPr>
      </p:pic>
      <p:sp>
        <p:nvSpPr>
          <p:cNvPr id="951" name="Google Shape;951;p56"/>
          <p:cNvSpPr/>
          <p:nvPr/>
        </p:nvSpPr>
        <p:spPr>
          <a:xfrm>
            <a:off x="6259625" y="168325"/>
            <a:ext cx="2884500" cy="10674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u="sng">
                <a:latin typeface="Proxima Nova"/>
                <a:ea typeface="Proxima Nova"/>
                <a:cs typeface="Proxima Nova"/>
                <a:sym typeface="Proxima Nova"/>
              </a:rPr>
              <a:t>Variable Investor Test Data</a:t>
            </a:r>
            <a:endParaRPr b="1" u="sng">
              <a:latin typeface="Proxima Nova"/>
              <a:ea typeface="Proxima Nova"/>
              <a:cs typeface="Proxima Nova"/>
              <a:sym typeface="Proxima Nova"/>
            </a:endParaRPr>
          </a:p>
          <a:p>
            <a:pPr indent="0" lvl="0" marL="0" rtl="0" algn="l">
              <a:spcBef>
                <a:spcPts val="0"/>
              </a:spcBef>
              <a:spcAft>
                <a:spcPts val="0"/>
              </a:spcAft>
              <a:buNone/>
            </a:pPr>
            <a:r>
              <a:rPr b="1" lang="en">
                <a:latin typeface="Proxima Nova"/>
                <a:ea typeface="Proxima Nova"/>
                <a:cs typeface="Proxima Nova"/>
                <a:sym typeface="Proxima Nova"/>
              </a:rPr>
              <a:t>Principal = 1000</a:t>
            </a:r>
            <a:endParaRPr b="1">
              <a:latin typeface="Proxima Nova"/>
              <a:ea typeface="Proxima Nova"/>
              <a:cs typeface="Proxima Nova"/>
              <a:sym typeface="Proxima Nova"/>
            </a:endParaRPr>
          </a:p>
          <a:p>
            <a:pPr indent="0" lvl="0" marL="0" rtl="0" algn="l">
              <a:spcBef>
                <a:spcPts val="0"/>
              </a:spcBef>
              <a:spcAft>
                <a:spcPts val="0"/>
              </a:spcAft>
              <a:buNone/>
            </a:pPr>
            <a:r>
              <a:rPr b="1" lang="en">
                <a:latin typeface="Proxima Nova"/>
                <a:ea typeface="Proxima Nova"/>
                <a:cs typeface="Proxima Nova"/>
                <a:sym typeface="Proxima Nova"/>
              </a:rPr>
              <a:t>RateList[] = [0.05,0.06,0.04]</a:t>
            </a:r>
            <a:endParaRPr b="1">
              <a:latin typeface="Proxima Nova"/>
              <a:ea typeface="Proxima Nova"/>
              <a:cs typeface="Proxima Nova"/>
              <a:sym typeface="Proxima Nova"/>
            </a:endParaRPr>
          </a:p>
          <a:p>
            <a:pPr indent="0" lvl="0" marL="0" rtl="0" algn="l">
              <a:spcBef>
                <a:spcPts val="0"/>
              </a:spcBef>
              <a:spcAft>
                <a:spcPts val="0"/>
              </a:spcAft>
              <a:buNone/>
            </a:pPr>
            <a:r>
              <a:rPr b="1" lang="en">
                <a:latin typeface="Proxima Nova"/>
                <a:ea typeface="Proxima Nova"/>
                <a:cs typeface="Proxima Nova"/>
                <a:sym typeface="Proxima Nova"/>
              </a:rPr>
              <a:t>Expected End Balance = 1157.52</a:t>
            </a:r>
            <a:endParaRPr b="1">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55" name="Shape 955"/>
        <p:cNvGrpSpPr/>
        <p:nvPr/>
      </p:nvGrpSpPr>
      <p:grpSpPr>
        <a:xfrm>
          <a:off x="0" y="0"/>
          <a:ext cx="0" cy="0"/>
          <a:chOff x="0" y="0"/>
          <a:chExt cx="0" cy="0"/>
        </a:xfrm>
      </p:grpSpPr>
      <p:pic>
        <p:nvPicPr>
          <p:cNvPr id="956" name="Google Shape;956;p57"/>
          <p:cNvPicPr preferRelativeResize="0"/>
          <p:nvPr/>
        </p:nvPicPr>
        <p:blipFill>
          <a:blip r:embed="rId3">
            <a:alphaModFix/>
          </a:blip>
          <a:stretch>
            <a:fillRect/>
          </a:stretch>
        </p:blipFill>
        <p:spPr>
          <a:xfrm>
            <a:off x="196325" y="465199"/>
            <a:ext cx="8303726" cy="4376700"/>
          </a:xfrm>
          <a:prstGeom prst="rect">
            <a:avLst/>
          </a:prstGeom>
          <a:noFill/>
          <a:ln>
            <a:noFill/>
          </a:ln>
        </p:spPr>
      </p:pic>
      <p:sp>
        <p:nvSpPr>
          <p:cNvPr id="957" name="Google Shape;957;p57"/>
          <p:cNvSpPr/>
          <p:nvPr/>
        </p:nvSpPr>
        <p:spPr>
          <a:xfrm>
            <a:off x="6175200" y="294550"/>
            <a:ext cx="2968800" cy="10674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u="sng">
                <a:latin typeface="Proxima Nova"/>
                <a:ea typeface="Proxima Nova"/>
                <a:cs typeface="Proxima Nova"/>
                <a:sym typeface="Proxima Nova"/>
              </a:rPr>
              <a:t>Variable Investor Test Data</a:t>
            </a:r>
            <a:endParaRPr b="1" u="sng">
              <a:latin typeface="Proxima Nova"/>
              <a:ea typeface="Proxima Nova"/>
              <a:cs typeface="Proxima Nova"/>
              <a:sym typeface="Proxima Nova"/>
            </a:endParaRPr>
          </a:p>
          <a:p>
            <a:pPr indent="0" lvl="0" marL="0" rtl="0" algn="l">
              <a:spcBef>
                <a:spcPts val="0"/>
              </a:spcBef>
              <a:spcAft>
                <a:spcPts val="0"/>
              </a:spcAft>
              <a:buNone/>
            </a:pPr>
            <a:r>
              <a:rPr b="1" lang="en">
                <a:latin typeface="Proxima Nova"/>
                <a:ea typeface="Proxima Nova"/>
                <a:cs typeface="Proxima Nova"/>
                <a:sym typeface="Proxima Nova"/>
              </a:rPr>
              <a:t>Principal = 50,000</a:t>
            </a:r>
            <a:endParaRPr b="1">
              <a:latin typeface="Proxima Nova"/>
              <a:ea typeface="Proxima Nova"/>
              <a:cs typeface="Proxima Nova"/>
              <a:sym typeface="Proxima Nova"/>
            </a:endParaRPr>
          </a:p>
          <a:p>
            <a:pPr indent="0" lvl="0" marL="0" rtl="0" algn="l">
              <a:spcBef>
                <a:spcPts val="0"/>
              </a:spcBef>
              <a:spcAft>
                <a:spcPts val="0"/>
              </a:spcAft>
              <a:buNone/>
            </a:pPr>
            <a:r>
              <a:rPr b="1" lang="en">
                <a:latin typeface="Proxima Nova"/>
                <a:ea typeface="Proxima Nova"/>
                <a:cs typeface="Proxima Nova"/>
                <a:sym typeface="Proxima Nova"/>
              </a:rPr>
              <a:t>RateList[] = [0.05,0.09, 0.01, 0.06, 0.08]</a:t>
            </a:r>
            <a:endParaRPr b="1">
              <a:latin typeface="Proxima Nova"/>
              <a:ea typeface="Proxima Nova"/>
              <a:cs typeface="Proxima Nova"/>
              <a:sym typeface="Proxima Nova"/>
            </a:endParaRPr>
          </a:p>
          <a:p>
            <a:pPr indent="0" lvl="0" marL="0" rtl="0" algn="l">
              <a:spcBef>
                <a:spcPts val="0"/>
              </a:spcBef>
              <a:spcAft>
                <a:spcPts val="0"/>
              </a:spcAft>
              <a:buNone/>
            </a:pPr>
            <a:r>
              <a:rPr b="1" lang="en">
                <a:latin typeface="Proxima Nova"/>
                <a:ea typeface="Proxima Nova"/>
                <a:cs typeface="Proxima Nova"/>
                <a:sym typeface="Proxima Nova"/>
              </a:rPr>
              <a:t>Expected End Balance = 66,166.39</a:t>
            </a:r>
            <a:endParaRPr b="1">
              <a:latin typeface="Proxima Nova"/>
              <a:ea typeface="Proxima Nova"/>
              <a:cs typeface="Proxima Nova"/>
              <a:sym typeface="Proxima Nov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61" name="Shape 961"/>
        <p:cNvGrpSpPr/>
        <p:nvPr/>
      </p:nvGrpSpPr>
      <p:grpSpPr>
        <a:xfrm>
          <a:off x="0" y="0"/>
          <a:ext cx="0" cy="0"/>
          <a:chOff x="0" y="0"/>
          <a:chExt cx="0" cy="0"/>
        </a:xfrm>
      </p:grpSpPr>
      <p:pic>
        <p:nvPicPr>
          <p:cNvPr id="962" name="Google Shape;962;p58"/>
          <p:cNvPicPr preferRelativeResize="0"/>
          <p:nvPr/>
        </p:nvPicPr>
        <p:blipFill>
          <a:blip r:embed="rId3">
            <a:alphaModFix/>
          </a:blip>
          <a:stretch>
            <a:fillRect/>
          </a:stretch>
        </p:blipFill>
        <p:spPr>
          <a:xfrm>
            <a:off x="307313" y="308875"/>
            <a:ext cx="8529376" cy="4525761"/>
          </a:xfrm>
          <a:prstGeom prst="rect">
            <a:avLst/>
          </a:prstGeom>
          <a:noFill/>
          <a:ln>
            <a:noFill/>
          </a:ln>
        </p:spPr>
      </p:pic>
      <p:sp>
        <p:nvSpPr>
          <p:cNvPr id="963" name="Google Shape;963;p58"/>
          <p:cNvSpPr/>
          <p:nvPr/>
        </p:nvSpPr>
        <p:spPr>
          <a:xfrm>
            <a:off x="6185975" y="178825"/>
            <a:ext cx="2787300" cy="11382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latin typeface="Proxima Nova"/>
                <a:ea typeface="Proxima Nova"/>
                <a:cs typeface="Proxima Nova"/>
                <a:sym typeface="Proxima Nova"/>
              </a:rPr>
              <a:t>Finally Retired</a:t>
            </a:r>
            <a:r>
              <a:rPr b="1" lang="en" sz="1500">
                <a:latin typeface="Proxima Nova"/>
                <a:ea typeface="Proxima Nova"/>
                <a:cs typeface="Proxima Nova"/>
                <a:sym typeface="Proxima Nova"/>
              </a:rPr>
              <a:t> Test Data</a:t>
            </a:r>
            <a:endParaRPr b="1" sz="1500">
              <a:latin typeface="Proxima Nova"/>
              <a:ea typeface="Proxima Nova"/>
              <a:cs typeface="Proxima Nova"/>
              <a:sym typeface="Proxima Nova"/>
            </a:endParaRPr>
          </a:p>
          <a:p>
            <a:pPr indent="0" lvl="0" marL="0" rtl="0" algn="l">
              <a:spcBef>
                <a:spcPts val="0"/>
              </a:spcBef>
              <a:spcAft>
                <a:spcPts val="0"/>
              </a:spcAft>
              <a:buNone/>
            </a:pPr>
            <a:r>
              <a:rPr b="1" lang="en" sz="1500">
                <a:latin typeface="Proxima Nova"/>
                <a:ea typeface="Proxima Nova"/>
                <a:cs typeface="Proxima Nova"/>
                <a:sym typeface="Proxima Nova"/>
              </a:rPr>
              <a:t>Balance = 1000</a:t>
            </a:r>
            <a:endParaRPr b="1" sz="1500">
              <a:latin typeface="Proxima Nova"/>
              <a:ea typeface="Proxima Nova"/>
              <a:cs typeface="Proxima Nova"/>
              <a:sym typeface="Proxima Nova"/>
            </a:endParaRPr>
          </a:p>
          <a:p>
            <a:pPr indent="0" lvl="0" marL="0" rtl="0" algn="l">
              <a:spcBef>
                <a:spcPts val="0"/>
              </a:spcBef>
              <a:spcAft>
                <a:spcPts val="0"/>
              </a:spcAft>
              <a:buNone/>
            </a:pPr>
            <a:r>
              <a:rPr b="1" lang="en" sz="1500">
                <a:latin typeface="Proxima Nova"/>
                <a:ea typeface="Proxima Nova"/>
                <a:cs typeface="Proxima Nova"/>
                <a:sym typeface="Proxima Nova"/>
              </a:rPr>
              <a:t>Expense = 100</a:t>
            </a:r>
            <a:endParaRPr b="1" sz="1500">
              <a:latin typeface="Proxima Nova"/>
              <a:ea typeface="Proxima Nova"/>
              <a:cs typeface="Proxima Nova"/>
              <a:sym typeface="Proxima Nova"/>
            </a:endParaRPr>
          </a:p>
          <a:p>
            <a:pPr indent="0" lvl="0" marL="0" rtl="0" algn="l">
              <a:spcBef>
                <a:spcPts val="0"/>
              </a:spcBef>
              <a:spcAft>
                <a:spcPts val="0"/>
              </a:spcAft>
              <a:buNone/>
            </a:pPr>
            <a:r>
              <a:rPr b="1" lang="en" sz="1500">
                <a:latin typeface="Proxima Nova"/>
                <a:ea typeface="Proxima Nova"/>
                <a:cs typeface="Proxima Nova"/>
                <a:sym typeface="Proxima Nova"/>
              </a:rPr>
              <a:t>Rate = 0.05</a:t>
            </a:r>
            <a:endParaRPr b="1" sz="1500">
              <a:latin typeface="Proxima Nova"/>
              <a:ea typeface="Proxima Nova"/>
              <a:cs typeface="Proxima Nova"/>
              <a:sym typeface="Proxima Nova"/>
            </a:endParaRPr>
          </a:p>
          <a:p>
            <a:pPr indent="0" lvl="0" marL="0" rtl="0" algn="l">
              <a:spcBef>
                <a:spcPts val="0"/>
              </a:spcBef>
              <a:spcAft>
                <a:spcPts val="0"/>
              </a:spcAft>
              <a:buNone/>
            </a:pPr>
            <a:r>
              <a:rPr b="1" lang="en" sz="1500">
                <a:latin typeface="Proxima Nova"/>
                <a:ea typeface="Proxima Nova"/>
                <a:cs typeface="Proxima Nova"/>
                <a:sym typeface="Proxima Nova"/>
              </a:rPr>
              <a:t>Expected Years Lasted: 14 yrs</a:t>
            </a:r>
            <a:endParaRPr b="1" sz="1500">
              <a:latin typeface="Proxima Nova"/>
              <a:ea typeface="Proxima Nova"/>
              <a:cs typeface="Proxima Nova"/>
              <a:sym typeface="Proxima Nov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pic>
        <p:nvPicPr>
          <p:cNvPr id="968" name="Google Shape;968;p59"/>
          <p:cNvPicPr preferRelativeResize="0"/>
          <p:nvPr/>
        </p:nvPicPr>
        <p:blipFill>
          <a:blip r:embed="rId3">
            <a:alphaModFix/>
          </a:blip>
          <a:stretch>
            <a:fillRect/>
          </a:stretch>
        </p:blipFill>
        <p:spPr>
          <a:xfrm>
            <a:off x="446950" y="509925"/>
            <a:ext cx="7653398" cy="4049926"/>
          </a:xfrm>
          <a:prstGeom prst="rect">
            <a:avLst/>
          </a:prstGeom>
          <a:noFill/>
          <a:ln>
            <a:noFill/>
          </a:ln>
        </p:spPr>
      </p:pic>
      <p:sp>
        <p:nvSpPr>
          <p:cNvPr id="969" name="Google Shape;969;p59"/>
          <p:cNvSpPr/>
          <p:nvPr/>
        </p:nvSpPr>
        <p:spPr>
          <a:xfrm>
            <a:off x="6185975" y="178825"/>
            <a:ext cx="2787300" cy="12120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u="sng">
                <a:latin typeface="Proxima Nova"/>
                <a:ea typeface="Proxima Nova"/>
                <a:cs typeface="Proxima Nova"/>
                <a:sym typeface="Proxima Nova"/>
              </a:rPr>
              <a:t>Finally Retired</a:t>
            </a:r>
            <a:r>
              <a:rPr b="1" lang="en" sz="1500" u="sng">
                <a:latin typeface="Proxima Nova"/>
                <a:ea typeface="Proxima Nova"/>
                <a:cs typeface="Proxima Nova"/>
                <a:sym typeface="Proxima Nova"/>
              </a:rPr>
              <a:t> Test Data</a:t>
            </a:r>
            <a:endParaRPr b="1" sz="1500" u="sng">
              <a:latin typeface="Proxima Nova"/>
              <a:ea typeface="Proxima Nova"/>
              <a:cs typeface="Proxima Nova"/>
              <a:sym typeface="Proxima Nova"/>
            </a:endParaRPr>
          </a:p>
          <a:p>
            <a:pPr indent="0" lvl="0" marL="0" rtl="0" algn="l">
              <a:spcBef>
                <a:spcPts val="0"/>
              </a:spcBef>
              <a:spcAft>
                <a:spcPts val="0"/>
              </a:spcAft>
              <a:buNone/>
            </a:pPr>
            <a:r>
              <a:rPr b="1" lang="en" sz="1500">
                <a:latin typeface="Proxima Nova"/>
                <a:ea typeface="Proxima Nova"/>
                <a:cs typeface="Proxima Nova"/>
                <a:sym typeface="Proxima Nova"/>
              </a:rPr>
              <a:t>balance = 5,000,000</a:t>
            </a:r>
            <a:endParaRPr b="1" sz="1500">
              <a:latin typeface="Proxima Nova"/>
              <a:ea typeface="Proxima Nova"/>
              <a:cs typeface="Proxima Nova"/>
              <a:sym typeface="Proxima Nova"/>
            </a:endParaRPr>
          </a:p>
          <a:p>
            <a:pPr indent="0" lvl="0" marL="0" rtl="0" algn="l">
              <a:spcBef>
                <a:spcPts val="0"/>
              </a:spcBef>
              <a:spcAft>
                <a:spcPts val="0"/>
              </a:spcAft>
              <a:buNone/>
            </a:pPr>
            <a:r>
              <a:rPr b="1" lang="en" sz="1500">
                <a:latin typeface="Proxima Nova"/>
                <a:ea typeface="Proxima Nova"/>
                <a:cs typeface="Proxima Nova"/>
                <a:sym typeface="Proxima Nova"/>
              </a:rPr>
              <a:t>rate= [0.01]</a:t>
            </a:r>
            <a:endParaRPr b="1" sz="1500">
              <a:latin typeface="Proxima Nova"/>
              <a:ea typeface="Proxima Nova"/>
              <a:cs typeface="Proxima Nova"/>
              <a:sym typeface="Proxima Nova"/>
            </a:endParaRPr>
          </a:p>
          <a:p>
            <a:pPr indent="0" lvl="0" marL="0" rtl="0" algn="l">
              <a:spcBef>
                <a:spcPts val="0"/>
              </a:spcBef>
              <a:spcAft>
                <a:spcPts val="0"/>
              </a:spcAft>
              <a:buNone/>
            </a:pPr>
            <a:r>
              <a:rPr b="1" lang="en" sz="1500">
                <a:latin typeface="Proxima Nova"/>
                <a:ea typeface="Proxima Nova"/>
                <a:cs typeface="Proxima Nova"/>
                <a:sym typeface="Proxima Nova"/>
              </a:rPr>
              <a:t>expense= [250,000]</a:t>
            </a:r>
            <a:endParaRPr b="1" sz="1500">
              <a:latin typeface="Proxima Nova"/>
              <a:ea typeface="Proxima Nova"/>
              <a:cs typeface="Proxima Nova"/>
              <a:sym typeface="Proxima Nova"/>
            </a:endParaRPr>
          </a:p>
          <a:p>
            <a:pPr indent="0" lvl="0" marL="0" rtl="0" algn="l">
              <a:spcBef>
                <a:spcPts val="0"/>
              </a:spcBef>
              <a:spcAft>
                <a:spcPts val="0"/>
              </a:spcAft>
              <a:buNone/>
            </a:pPr>
            <a:r>
              <a:rPr b="1" lang="en" sz="1500">
                <a:latin typeface="Proxima Nova"/>
                <a:ea typeface="Proxima Nova"/>
                <a:cs typeface="Proxima Nova"/>
                <a:sym typeface="Proxima Nova"/>
              </a:rPr>
              <a:t>Expected Years = 23</a:t>
            </a:r>
            <a:endParaRPr b="1" sz="1500">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73" name="Shape 973"/>
        <p:cNvGrpSpPr/>
        <p:nvPr/>
      </p:nvGrpSpPr>
      <p:grpSpPr>
        <a:xfrm>
          <a:off x="0" y="0"/>
          <a:ext cx="0" cy="0"/>
          <a:chOff x="0" y="0"/>
          <a:chExt cx="0" cy="0"/>
        </a:xfrm>
      </p:grpSpPr>
      <p:pic>
        <p:nvPicPr>
          <p:cNvPr id="974" name="Google Shape;974;p60"/>
          <p:cNvPicPr preferRelativeResize="0"/>
          <p:nvPr/>
        </p:nvPicPr>
        <p:blipFill>
          <a:blip r:embed="rId3">
            <a:alphaModFix/>
          </a:blip>
          <a:stretch>
            <a:fillRect/>
          </a:stretch>
        </p:blipFill>
        <p:spPr>
          <a:xfrm>
            <a:off x="482338" y="414024"/>
            <a:ext cx="8179325" cy="4315451"/>
          </a:xfrm>
          <a:prstGeom prst="rect">
            <a:avLst/>
          </a:prstGeom>
          <a:noFill/>
          <a:ln>
            <a:noFill/>
          </a:ln>
        </p:spPr>
      </p:pic>
      <p:sp>
        <p:nvSpPr>
          <p:cNvPr id="975" name="Google Shape;975;p60"/>
          <p:cNvSpPr/>
          <p:nvPr/>
        </p:nvSpPr>
        <p:spPr>
          <a:xfrm>
            <a:off x="5912500" y="178825"/>
            <a:ext cx="2566500" cy="8964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u="sng">
                <a:latin typeface="Proxima Nova"/>
                <a:ea typeface="Proxima Nova"/>
                <a:cs typeface="Proxima Nova"/>
                <a:sym typeface="Proxima Nova"/>
              </a:rPr>
              <a:t>Maximum Expensed</a:t>
            </a:r>
            <a:r>
              <a:rPr b="1" lang="en" sz="1300" u="sng">
                <a:latin typeface="Proxima Nova"/>
                <a:ea typeface="Proxima Nova"/>
                <a:cs typeface="Proxima Nova"/>
                <a:sym typeface="Proxima Nova"/>
              </a:rPr>
              <a:t> Test Data</a:t>
            </a:r>
            <a:endParaRPr b="1" sz="1300" u="sng">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Balance = 1000</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Rate = 0.05</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Years = 3</a:t>
            </a:r>
            <a:endParaRPr b="1" sz="1300">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79" name="Shape 979"/>
        <p:cNvGrpSpPr/>
        <p:nvPr/>
      </p:nvGrpSpPr>
      <p:grpSpPr>
        <a:xfrm>
          <a:off x="0" y="0"/>
          <a:ext cx="0" cy="0"/>
          <a:chOff x="0" y="0"/>
          <a:chExt cx="0" cy="0"/>
        </a:xfrm>
      </p:grpSpPr>
      <p:pic>
        <p:nvPicPr>
          <p:cNvPr id="980" name="Google Shape;980;p61"/>
          <p:cNvPicPr preferRelativeResize="0"/>
          <p:nvPr/>
        </p:nvPicPr>
        <p:blipFill>
          <a:blip r:embed="rId3">
            <a:alphaModFix/>
          </a:blip>
          <a:stretch>
            <a:fillRect/>
          </a:stretch>
        </p:blipFill>
        <p:spPr>
          <a:xfrm>
            <a:off x="404825" y="378625"/>
            <a:ext cx="8074176" cy="4238950"/>
          </a:xfrm>
          <a:prstGeom prst="rect">
            <a:avLst/>
          </a:prstGeom>
          <a:noFill/>
          <a:ln>
            <a:noFill/>
          </a:ln>
        </p:spPr>
      </p:pic>
      <p:sp>
        <p:nvSpPr>
          <p:cNvPr id="981" name="Google Shape;981;p61"/>
          <p:cNvSpPr/>
          <p:nvPr/>
        </p:nvSpPr>
        <p:spPr>
          <a:xfrm>
            <a:off x="5912500" y="178825"/>
            <a:ext cx="2566500" cy="8964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u="sng">
                <a:latin typeface="Proxima Nova"/>
                <a:ea typeface="Proxima Nova"/>
                <a:cs typeface="Proxima Nova"/>
                <a:sym typeface="Proxima Nova"/>
              </a:rPr>
              <a:t>Maximum Expensed Test Data</a:t>
            </a:r>
            <a:endParaRPr b="1" sz="1300" u="sng">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Balance = 1,000,000</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Rate = 0.07</a:t>
            </a:r>
            <a:endParaRPr b="1" sz="1300">
              <a:latin typeface="Proxima Nova"/>
              <a:ea typeface="Proxima Nova"/>
              <a:cs typeface="Proxima Nova"/>
              <a:sym typeface="Proxima Nova"/>
            </a:endParaRPr>
          </a:p>
          <a:p>
            <a:pPr indent="0" lvl="0" marL="0" rtl="0" algn="l">
              <a:spcBef>
                <a:spcPts val="0"/>
              </a:spcBef>
              <a:spcAft>
                <a:spcPts val="0"/>
              </a:spcAft>
              <a:buNone/>
            </a:pPr>
            <a:r>
              <a:rPr b="1" lang="en" sz="1300">
                <a:latin typeface="Proxima Nova"/>
                <a:ea typeface="Proxima Nova"/>
                <a:cs typeface="Proxima Nova"/>
                <a:sym typeface="Proxima Nova"/>
              </a:rPr>
              <a:t>Years = 30</a:t>
            </a:r>
            <a:endParaRPr b="1" sz="1300">
              <a:latin typeface="Proxima Nova"/>
              <a:ea typeface="Proxima Nova"/>
              <a:cs typeface="Proxima Nova"/>
              <a:sym typeface="Proxima Nov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62"/>
          <p:cNvSpPr txBox="1"/>
          <p:nvPr/>
        </p:nvSpPr>
        <p:spPr>
          <a:xfrm>
            <a:off x="2094325" y="1517000"/>
            <a:ext cx="5606400" cy="23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0">
                <a:solidFill>
                  <a:schemeClr val="lt2"/>
                </a:solidFill>
                <a:latin typeface="Proxima Nova"/>
                <a:ea typeface="Proxima Nova"/>
                <a:cs typeface="Proxima Nova"/>
                <a:sym typeface="Proxima Nova"/>
              </a:rPr>
              <a:t>THE END</a:t>
            </a:r>
            <a:endParaRPr sz="8000">
              <a:solidFill>
                <a:schemeClr val="lt2"/>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Finance Expert Portfolio by Slidesgo">
  <a:themeElements>
    <a:clrScheme name="Simple Light">
      <a:dk1>
        <a:srgbClr val="191919"/>
      </a:dk1>
      <a:lt1>
        <a:srgbClr val="EEEEEE"/>
      </a:lt1>
      <a:dk2>
        <a:srgbClr val="DFDFDF"/>
      </a:dk2>
      <a:lt2>
        <a:srgbClr val="BBBABA"/>
      </a:lt2>
      <a:accent1>
        <a:srgbClr val="5C9BE2"/>
      </a:accent1>
      <a:accent2>
        <a:srgbClr val="ABD1F3"/>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